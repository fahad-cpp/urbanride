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0"/>
          <p:cNvSpPr/>
          <p:nvPr/>
        </p:nvSpPr>
        <p:spPr>
          <a:xfrm>
            <a:off x="0" y="0"/>
            <a:ext cx="4857480" cy="2877480"/>
          </a:xfrm>
          <a:custGeom>
            <a:avLst/>
            <a:gdLst>
              <a:gd name="textAreaLeft" fmla="*/ 0 w 4857480"/>
              <a:gd name="textAreaRight" fmla="*/ 4860360 w 4857480"/>
              <a:gd name="textAreaTop" fmla="*/ 0 h 2877480"/>
              <a:gd name="textAreaBottom" fmla="*/ 2880360 h 2877480"/>
            </a:gdLst>
            <a:ahLst/>
            <a:cxnLst/>
            <a:rect l="textAreaLeft" t="textAreaTop" r="textAreaRight" b="textAreaBottom"/>
            <a:pathLst>
              <a:path w="13501" h="8001">
                <a:moveTo>
                  <a:pt x="0" y="0"/>
                </a:moveTo>
                <a:lnTo>
                  <a:pt x="0" y="500"/>
                </a:lnTo>
                <a:lnTo>
                  <a:pt x="10405" y="8001"/>
                </a:lnTo>
                <a:lnTo>
                  <a:pt x="13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3" name="Freeform: Shape 11"/>
          <p:cNvSpPr/>
          <p:nvPr/>
        </p:nvSpPr>
        <p:spPr>
          <a:xfrm>
            <a:off x="4320000" y="0"/>
            <a:ext cx="5757480" cy="2157480"/>
          </a:xfrm>
          <a:custGeom>
            <a:avLst/>
            <a:gdLst>
              <a:gd name="textAreaLeft" fmla="*/ 0 w 5757480"/>
              <a:gd name="textAreaRight" fmla="*/ 5760360 w 5757480"/>
              <a:gd name="textAreaTop" fmla="*/ 0 h 2157480"/>
              <a:gd name="textAreaBottom" fmla="*/ 2160360 h 2157480"/>
            </a:gdLst>
            <a:ahLst/>
            <a:cxnLst/>
            <a:rect l="textAreaLeft" t="textAreaTop" r="textAreaRight" b="textAreaBottom"/>
            <a:pathLst>
              <a:path w="16001" h="6001">
                <a:moveTo>
                  <a:pt x="16001" y="0"/>
                </a:moveTo>
                <a:lnTo>
                  <a:pt x="2500" y="0"/>
                </a:lnTo>
                <a:lnTo>
                  <a:pt x="0" y="6001"/>
                </a:lnTo>
                <a:lnTo>
                  <a:pt x="16001" y="2500"/>
                </a:lnTo>
                <a:lnTo>
                  <a:pt x="16001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4" name="Freeform: Shape 1"/>
          <p:cNvSpPr/>
          <p:nvPr/>
        </p:nvSpPr>
        <p:spPr>
          <a:xfrm>
            <a:off x="5580000" y="1260000"/>
            <a:ext cx="4497480" cy="3777480"/>
          </a:xfrm>
          <a:custGeom>
            <a:avLst/>
            <a:gdLst>
              <a:gd name="textAreaLeft" fmla="*/ 0 w 4497480"/>
              <a:gd name="textAreaRight" fmla="*/ 4500360 w 4497480"/>
              <a:gd name="textAreaTop" fmla="*/ 0 h 3777480"/>
              <a:gd name="textAreaBottom" fmla="*/ 3780360 h 3777480"/>
            </a:gdLst>
            <a:ahLst/>
            <a:cxnLst/>
            <a:rect l="textAreaLeft" t="textAreaTop" r="textAreaRight" b="textAreaBottom"/>
            <a:pathLst>
              <a:path w="12501" h="10501">
                <a:moveTo>
                  <a:pt x="12501" y="10501"/>
                </a:moveTo>
                <a:lnTo>
                  <a:pt x="12501" y="0"/>
                </a:lnTo>
                <a:lnTo>
                  <a:pt x="0" y="2500"/>
                </a:lnTo>
                <a:lnTo>
                  <a:pt x="12501" y="10501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5" name="Freeform: Shape 2"/>
          <p:cNvSpPr/>
          <p:nvPr/>
        </p:nvSpPr>
        <p:spPr>
          <a:xfrm>
            <a:off x="5580000" y="3060000"/>
            <a:ext cx="4497480" cy="2607480"/>
          </a:xfrm>
          <a:custGeom>
            <a:avLst/>
            <a:gdLst>
              <a:gd name="textAreaLeft" fmla="*/ 0 w 4497480"/>
              <a:gd name="textAreaRight" fmla="*/ 4500360 w 4497480"/>
              <a:gd name="textAreaTop" fmla="*/ 0 h 2607480"/>
              <a:gd name="textAreaBottom" fmla="*/ 2610360 h 2607480"/>
            </a:gdLst>
            <a:ahLst/>
            <a:cxnLst/>
            <a:rect l="textAreaLeft" t="textAreaTop" r="textAreaRight" b="textAreaBottom"/>
            <a:pathLst>
              <a:path w="12501" h="7251">
                <a:moveTo>
                  <a:pt x="12501" y="7251"/>
                </a:moveTo>
                <a:lnTo>
                  <a:pt x="12501" y="6501"/>
                </a:lnTo>
                <a:lnTo>
                  <a:pt x="2000" y="0"/>
                </a:lnTo>
                <a:lnTo>
                  <a:pt x="0" y="7251"/>
                </a:lnTo>
                <a:lnTo>
                  <a:pt x="12501" y="7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6" name="Freeform: Shape 3"/>
          <p:cNvSpPr/>
          <p:nvPr/>
        </p:nvSpPr>
        <p:spPr>
          <a:xfrm>
            <a:off x="0" y="3762000"/>
            <a:ext cx="5757480" cy="1905480"/>
          </a:xfrm>
          <a:custGeom>
            <a:avLst/>
            <a:gdLst>
              <a:gd name="textAreaLeft" fmla="*/ 0 w 5757480"/>
              <a:gd name="textAreaRight" fmla="*/ 5760360 w 5757480"/>
              <a:gd name="textAreaTop" fmla="*/ 0 h 1905480"/>
              <a:gd name="textAreaBottom" fmla="*/ 1908360 h 1905480"/>
            </a:gdLst>
            <a:ahLst/>
            <a:cxnLst/>
            <a:rect l="textAreaLeft" t="textAreaTop" r="textAreaRight" b="textAreaBottom"/>
            <a:pathLst>
              <a:path w="16001" h="5301">
                <a:moveTo>
                  <a:pt x="0" y="5301"/>
                </a:moveTo>
                <a:lnTo>
                  <a:pt x="14501" y="5301"/>
                </a:lnTo>
                <a:lnTo>
                  <a:pt x="16001" y="0"/>
                </a:lnTo>
                <a:lnTo>
                  <a:pt x="0" y="2546"/>
                </a:lnTo>
                <a:lnTo>
                  <a:pt x="0" y="530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7" name="Freeform: Shape 4"/>
          <p:cNvSpPr/>
          <p:nvPr/>
        </p:nvSpPr>
        <p:spPr>
          <a:xfrm>
            <a:off x="0" y="540000"/>
            <a:ext cx="4317480" cy="3777480"/>
          </a:xfrm>
          <a:custGeom>
            <a:avLst/>
            <a:gdLst>
              <a:gd name="textAreaLeft" fmla="*/ 0 w 4317480"/>
              <a:gd name="textAreaRight" fmla="*/ 4320360 w 4317480"/>
              <a:gd name="textAreaTop" fmla="*/ 0 h 3777480"/>
              <a:gd name="textAreaBottom" fmla="*/ 3780360 h 3777480"/>
            </a:gdLst>
            <a:ahLst/>
            <a:cxnLst/>
            <a:rect l="textAreaLeft" t="textAreaTop" r="textAreaRight" b="textAreaBottom"/>
            <a:pathLst>
              <a:path w="12001" h="10501">
                <a:moveTo>
                  <a:pt x="0" y="0"/>
                </a:moveTo>
                <a:lnTo>
                  <a:pt x="0" y="10501"/>
                </a:lnTo>
                <a:lnTo>
                  <a:pt x="12001" y="850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E92566-4C2F-4C05-97BD-ACF74BE31E4C}" type="slidenum"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&lt;number&gt;</a:t>
            </a:fld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3780000" y="1980000"/>
            <a:ext cx="2517120" cy="17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0000" lnSpcReduction="19999"/>
          </a:bodyPr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1060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Click to edit the outline text format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848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Second Outline Level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635"/>
              </a:spcAft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Third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42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Fifth Outline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Sixth Outline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Seventh Outline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title"/>
          </p:nvPr>
        </p:nvSpPr>
        <p:spPr>
          <a:xfrm>
            <a:off x="540000" y="180000"/>
            <a:ext cx="3957120" cy="8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Click to edit the title text format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0"/>
          <p:cNvSpPr/>
          <p:nvPr/>
        </p:nvSpPr>
        <p:spPr>
          <a:xfrm>
            <a:off x="0" y="0"/>
            <a:ext cx="4857480" cy="2877480"/>
          </a:xfrm>
          <a:custGeom>
            <a:avLst/>
            <a:gdLst>
              <a:gd name="textAreaLeft" fmla="*/ 0 w 4857480"/>
              <a:gd name="textAreaRight" fmla="*/ 4860360 w 4857480"/>
              <a:gd name="textAreaTop" fmla="*/ 0 h 2877480"/>
              <a:gd name="textAreaBottom" fmla="*/ 2880360 h 2877480"/>
            </a:gdLst>
            <a:ahLst/>
            <a:cxnLst/>
            <a:rect l="textAreaLeft" t="textAreaTop" r="textAreaRight" b="textAreaBottom"/>
            <a:pathLst>
              <a:path w="13501" h="8001">
                <a:moveTo>
                  <a:pt x="0" y="0"/>
                </a:moveTo>
                <a:lnTo>
                  <a:pt x="0" y="500"/>
                </a:lnTo>
                <a:lnTo>
                  <a:pt x="10405" y="8001"/>
                </a:lnTo>
                <a:lnTo>
                  <a:pt x="13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14" name="Freeform: Shape 11"/>
          <p:cNvSpPr/>
          <p:nvPr/>
        </p:nvSpPr>
        <p:spPr>
          <a:xfrm>
            <a:off x="4320000" y="0"/>
            <a:ext cx="5757480" cy="2157480"/>
          </a:xfrm>
          <a:custGeom>
            <a:avLst/>
            <a:gdLst>
              <a:gd name="textAreaLeft" fmla="*/ 0 w 5757480"/>
              <a:gd name="textAreaRight" fmla="*/ 5760360 w 5757480"/>
              <a:gd name="textAreaTop" fmla="*/ 0 h 2157480"/>
              <a:gd name="textAreaBottom" fmla="*/ 2160360 h 2157480"/>
            </a:gdLst>
            <a:ahLst/>
            <a:cxnLst/>
            <a:rect l="textAreaLeft" t="textAreaTop" r="textAreaRight" b="textAreaBottom"/>
            <a:pathLst>
              <a:path w="16001" h="6001">
                <a:moveTo>
                  <a:pt x="16001" y="0"/>
                </a:moveTo>
                <a:lnTo>
                  <a:pt x="2500" y="0"/>
                </a:lnTo>
                <a:lnTo>
                  <a:pt x="0" y="6001"/>
                </a:lnTo>
                <a:lnTo>
                  <a:pt x="16001" y="2500"/>
                </a:lnTo>
                <a:lnTo>
                  <a:pt x="16001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15" name="Freeform: Shape 12"/>
          <p:cNvSpPr/>
          <p:nvPr/>
        </p:nvSpPr>
        <p:spPr>
          <a:xfrm>
            <a:off x="5580000" y="1260000"/>
            <a:ext cx="4497480" cy="3777480"/>
          </a:xfrm>
          <a:custGeom>
            <a:avLst/>
            <a:gdLst>
              <a:gd name="textAreaLeft" fmla="*/ 0 w 4497480"/>
              <a:gd name="textAreaRight" fmla="*/ 4500360 w 4497480"/>
              <a:gd name="textAreaTop" fmla="*/ 0 h 3777480"/>
              <a:gd name="textAreaBottom" fmla="*/ 3780360 h 3777480"/>
            </a:gdLst>
            <a:ahLst/>
            <a:cxnLst/>
            <a:rect l="textAreaLeft" t="textAreaTop" r="textAreaRight" b="textAreaBottom"/>
            <a:pathLst>
              <a:path w="12501" h="10501">
                <a:moveTo>
                  <a:pt x="12501" y="10501"/>
                </a:moveTo>
                <a:lnTo>
                  <a:pt x="12501" y="0"/>
                </a:lnTo>
                <a:lnTo>
                  <a:pt x="0" y="2500"/>
                </a:lnTo>
                <a:lnTo>
                  <a:pt x="12501" y="10501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16" name="Freeform: Shape 13"/>
          <p:cNvSpPr/>
          <p:nvPr/>
        </p:nvSpPr>
        <p:spPr>
          <a:xfrm>
            <a:off x="5580000" y="3060000"/>
            <a:ext cx="4497480" cy="2607480"/>
          </a:xfrm>
          <a:custGeom>
            <a:avLst/>
            <a:gdLst>
              <a:gd name="textAreaLeft" fmla="*/ 0 w 4497480"/>
              <a:gd name="textAreaRight" fmla="*/ 4500360 w 4497480"/>
              <a:gd name="textAreaTop" fmla="*/ 0 h 2607480"/>
              <a:gd name="textAreaBottom" fmla="*/ 2610360 h 2607480"/>
            </a:gdLst>
            <a:ahLst/>
            <a:cxnLst/>
            <a:rect l="textAreaLeft" t="textAreaTop" r="textAreaRight" b="textAreaBottom"/>
            <a:pathLst>
              <a:path w="12501" h="7251">
                <a:moveTo>
                  <a:pt x="12501" y="7251"/>
                </a:moveTo>
                <a:lnTo>
                  <a:pt x="12501" y="6501"/>
                </a:lnTo>
                <a:lnTo>
                  <a:pt x="2000" y="0"/>
                </a:lnTo>
                <a:lnTo>
                  <a:pt x="0" y="7251"/>
                </a:lnTo>
                <a:lnTo>
                  <a:pt x="12501" y="7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17" name="Freeform: Shape 14"/>
          <p:cNvSpPr/>
          <p:nvPr/>
        </p:nvSpPr>
        <p:spPr>
          <a:xfrm>
            <a:off x="0" y="3762000"/>
            <a:ext cx="5757480" cy="1905480"/>
          </a:xfrm>
          <a:custGeom>
            <a:avLst/>
            <a:gdLst>
              <a:gd name="textAreaLeft" fmla="*/ 0 w 5757480"/>
              <a:gd name="textAreaRight" fmla="*/ 5760360 w 5757480"/>
              <a:gd name="textAreaTop" fmla="*/ 0 h 1905480"/>
              <a:gd name="textAreaBottom" fmla="*/ 1908360 h 1905480"/>
            </a:gdLst>
            <a:ahLst/>
            <a:cxnLst/>
            <a:rect l="textAreaLeft" t="textAreaTop" r="textAreaRight" b="textAreaBottom"/>
            <a:pathLst>
              <a:path w="16001" h="5301">
                <a:moveTo>
                  <a:pt x="0" y="5301"/>
                </a:moveTo>
                <a:lnTo>
                  <a:pt x="14501" y="5301"/>
                </a:lnTo>
                <a:lnTo>
                  <a:pt x="16001" y="0"/>
                </a:lnTo>
                <a:lnTo>
                  <a:pt x="0" y="2546"/>
                </a:lnTo>
                <a:lnTo>
                  <a:pt x="0" y="530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18" name="Freeform: Shape 15"/>
          <p:cNvSpPr/>
          <p:nvPr/>
        </p:nvSpPr>
        <p:spPr>
          <a:xfrm>
            <a:off x="0" y="540000"/>
            <a:ext cx="4317480" cy="3777480"/>
          </a:xfrm>
          <a:custGeom>
            <a:avLst/>
            <a:gdLst>
              <a:gd name="textAreaLeft" fmla="*/ 0 w 4317480"/>
              <a:gd name="textAreaRight" fmla="*/ 4320360 w 4317480"/>
              <a:gd name="textAreaTop" fmla="*/ 0 h 3777480"/>
              <a:gd name="textAreaBottom" fmla="*/ 3780360 h 3777480"/>
            </a:gdLst>
            <a:ahLst/>
            <a:cxnLst/>
            <a:rect l="textAreaLeft" t="textAreaTop" r="textAreaRight" b="textAreaBottom"/>
            <a:pathLst>
              <a:path w="12001" h="10501">
                <a:moveTo>
                  <a:pt x="0" y="0"/>
                </a:moveTo>
                <a:lnTo>
                  <a:pt x="0" y="10501"/>
                </a:lnTo>
                <a:lnTo>
                  <a:pt x="12001" y="850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323908-D2AA-45FB-BE89-4FBF6E39093A}" type="slidenum"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&lt;number&gt;</a:t>
            </a:fld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3780000" y="1980000"/>
            <a:ext cx="2517120" cy="17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0000" lnSpcReduction="19999"/>
          </a:bodyPr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1060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Click to edit the outline text format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848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Second Outline Level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635"/>
              </a:spcAft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Third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42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Fifth Outline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Sixth Outline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1001"/>
              </a:spcBef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Seventh Outline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title"/>
          </p:nvPr>
        </p:nvSpPr>
        <p:spPr>
          <a:xfrm>
            <a:off x="540000" y="180000"/>
            <a:ext cx="3957120" cy="8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Click to edit the title text format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1"/>
          <p:cNvSpPr/>
          <p:nvPr/>
        </p:nvSpPr>
        <p:spPr>
          <a:xfrm>
            <a:off x="0" y="0"/>
            <a:ext cx="3273480" cy="3237480"/>
          </a:xfrm>
          <a:custGeom>
            <a:avLst/>
            <a:gdLst>
              <a:gd name="textAreaLeft" fmla="*/ 0 w 3273480"/>
              <a:gd name="textAreaRight" fmla="*/ 3276360 w 3273480"/>
              <a:gd name="textAreaTop" fmla="*/ 0 h 3237480"/>
              <a:gd name="textAreaBottom" fmla="*/ 3240360 h 3237480"/>
            </a:gdLst>
            <a:ahLst/>
            <a:cxnLst/>
            <a:rect l="textAreaLeft" t="textAreaTop" r="textAreaRight" b="textAreaBottom"/>
            <a:pathLst>
              <a:path w="9101" h="9001">
                <a:moveTo>
                  <a:pt x="0" y="0"/>
                </a:moveTo>
                <a:lnTo>
                  <a:pt x="9101" y="0"/>
                </a:lnTo>
                <a:lnTo>
                  <a:pt x="6101" y="9001"/>
                </a:lnTo>
                <a:lnTo>
                  <a:pt x="0" y="4501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25" name="Freeform: Shape 22"/>
          <p:cNvSpPr/>
          <p:nvPr/>
        </p:nvSpPr>
        <p:spPr>
          <a:xfrm>
            <a:off x="3240000" y="0"/>
            <a:ext cx="5397480" cy="1077480"/>
          </a:xfrm>
          <a:custGeom>
            <a:avLst/>
            <a:gdLst>
              <a:gd name="textAreaLeft" fmla="*/ 0 w 5397480"/>
              <a:gd name="textAreaRight" fmla="*/ 5400360 w 5397480"/>
              <a:gd name="textAreaTop" fmla="*/ 0 h 1077480"/>
              <a:gd name="textAreaBottom" fmla="*/ 1080360 h 1077480"/>
            </a:gdLst>
            <a:ahLst/>
            <a:cxnLst/>
            <a:rect l="textAreaLeft" t="textAreaTop" r="textAreaRight" b="textAreaBottom"/>
            <a:pathLst>
              <a:path w="15001" h="3001">
                <a:moveTo>
                  <a:pt x="1000" y="0"/>
                </a:moveTo>
                <a:lnTo>
                  <a:pt x="0" y="3001"/>
                </a:lnTo>
                <a:lnTo>
                  <a:pt x="15001" y="0"/>
                </a:lnTo>
                <a:lnTo>
                  <a:pt x="10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26" name="Freeform: Shape 23"/>
          <p:cNvSpPr/>
          <p:nvPr/>
        </p:nvSpPr>
        <p:spPr>
          <a:xfrm>
            <a:off x="6120000" y="0"/>
            <a:ext cx="3957480" cy="3777480"/>
          </a:xfrm>
          <a:custGeom>
            <a:avLst/>
            <a:gdLst>
              <a:gd name="textAreaLeft" fmla="*/ 0 w 3957480"/>
              <a:gd name="textAreaRight" fmla="*/ 3960360 w 3957480"/>
              <a:gd name="textAreaTop" fmla="*/ 0 h 3777480"/>
              <a:gd name="textAreaBottom" fmla="*/ 3780360 h 3777480"/>
            </a:gdLst>
            <a:ahLst/>
            <a:cxnLst/>
            <a:rect l="textAreaLeft" t="textAreaTop" r="textAreaRight" b="textAreaBottom"/>
            <a:pathLst>
              <a:path w="11001" h="10501">
                <a:moveTo>
                  <a:pt x="11001" y="0"/>
                </a:moveTo>
                <a:lnTo>
                  <a:pt x="0" y="2500"/>
                </a:lnTo>
                <a:lnTo>
                  <a:pt x="11001" y="10501"/>
                </a:lnTo>
                <a:lnTo>
                  <a:pt x="11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27" name="Freeform: Shape 24"/>
          <p:cNvSpPr/>
          <p:nvPr/>
        </p:nvSpPr>
        <p:spPr>
          <a:xfrm>
            <a:off x="6840000" y="2520000"/>
            <a:ext cx="3237480" cy="3147480"/>
          </a:xfrm>
          <a:custGeom>
            <a:avLst/>
            <a:gdLst>
              <a:gd name="textAreaLeft" fmla="*/ 0 w 3237480"/>
              <a:gd name="textAreaRight" fmla="*/ 3240360 w 3237480"/>
              <a:gd name="textAreaTop" fmla="*/ 0 h 3147480"/>
              <a:gd name="textAreaBottom" fmla="*/ 3150360 h 3147480"/>
            </a:gdLst>
            <a:ahLst/>
            <a:cxnLst/>
            <a:rect l="textAreaLeft" t="textAreaTop" r="textAreaRight" b="textAreaBottom"/>
            <a:pathLst>
              <a:path w="9001" h="8751">
                <a:moveTo>
                  <a:pt x="9001" y="4501"/>
                </a:moveTo>
                <a:lnTo>
                  <a:pt x="3000" y="0"/>
                </a:lnTo>
                <a:lnTo>
                  <a:pt x="0" y="8751"/>
                </a:lnTo>
                <a:lnTo>
                  <a:pt x="9001" y="8751"/>
                </a:lnTo>
                <a:lnTo>
                  <a:pt x="9001" y="450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28" name="Freeform: Shape 25"/>
          <p:cNvSpPr/>
          <p:nvPr/>
        </p:nvSpPr>
        <p:spPr>
          <a:xfrm>
            <a:off x="1800000" y="4500000"/>
            <a:ext cx="5037480" cy="1167480"/>
          </a:xfrm>
          <a:custGeom>
            <a:avLst/>
            <a:gdLst>
              <a:gd name="textAreaLeft" fmla="*/ 0 w 5037480"/>
              <a:gd name="textAreaRight" fmla="*/ 5040360 w 5037480"/>
              <a:gd name="textAreaTop" fmla="*/ 0 h 1167480"/>
              <a:gd name="textAreaBottom" fmla="*/ 1170360 h 1167480"/>
            </a:gdLst>
            <a:ahLst/>
            <a:cxnLst/>
            <a:rect l="textAreaLeft" t="textAreaTop" r="textAreaRight" b="textAreaBottom"/>
            <a:pathLst>
              <a:path w="14001" h="3251">
                <a:moveTo>
                  <a:pt x="0" y="3251"/>
                </a:moveTo>
                <a:lnTo>
                  <a:pt x="13001" y="3251"/>
                </a:lnTo>
                <a:lnTo>
                  <a:pt x="14001" y="0"/>
                </a:lnTo>
                <a:lnTo>
                  <a:pt x="0" y="3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29" name="Freeform: Shape 26"/>
          <p:cNvSpPr/>
          <p:nvPr/>
        </p:nvSpPr>
        <p:spPr>
          <a:xfrm>
            <a:off x="0" y="2160000"/>
            <a:ext cx="3993480" cy="3507480"/>
          </a:xfrm>
          <a:custGeom>
            <a:avLst/>
            <a:gdLst>
              <a:gd name="textAreaLeft" fmla="*/ 0 w 3993480"/>
              <a:gd name="textAreaRight" fmla="*/ 3996360 w 3993480"/>
              <a:gd name="textAreaTop" fmla="*/ 0 h 3507480"/>
              <a:gd name="textAreaBottom" fmla="*/ 3510360 h 3507480"/>
            </a:gdLst>
            <a:ahLst/>
            <a:cxnLst/>
            <a:rect l="textAreaLeft" t="textAreaTop" r="textAreaRight" b="textAreaBottom"/>
            <a:pathLst>
              <a:path w="11101" h="9751">
                <a:moveTo>
                  <a:pt x="0" y="9751"/>
                </a:moveTo>
                <a:lnTo>
                  <a:pt x="1602" y="9751"/>
                </a:lnTo>
                <a:lnTo>
                  <a:pt x="11101" y="7440"/>
                </a:lnTo>
                <a:lnTo>
                  <a:pt x="0" y="0"/>
                </a:lnTo>
                <a:lnTo>
                  <a:pt x="0" y="9751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0779DA-4EAB-4C4D-A3FF-68DF6F555554}" type="slidenum"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&lt;number&gt;</a:t>
            </a:fld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2880000" y="900000"/>
            <a:ext cx="4317120" cy="107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333333"/>
                </a:solidFill>
                <a:effectLst/>
                <a:uFillTx/>
                <a:latin typeface="DejaVu Sans"/>
                <a:ea typeface="DejaVu Sans"/>
              </a:rPr>
              <a:t>Click to edit the title text format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2880000" y="2160000"/>
            <a:ext cx="4317120" cy="251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001"/>
              </a:spcBef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Click to edit the outline text format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499"/>
              </a:spcBef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n-US" sz="22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Second Outline Level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499"/>
              </a:spcBef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Third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499"/>
              </a:spcBef>
              <a:spcAft>
                <a:spcPts val="422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499"/>
              </a:spcBef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Fifth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499"/>
              </a:spcBef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Sixth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499"/>
              </a:spcBef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Seventh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2"/>
          <p:cNvSpPr/>
          <p:nvPr/>
        </p:nvSpPr>
        <p:spPr>
          <a:xfrm>
            <a:off x="0" y="0"/>
            <a:ext cx="1977480" cy="3417480"/>
          </a:xfrm>
          <a:custGeom>
            <a:avLst/>
            <a:gdLst>
              <a:gd name="textAreaLeft" fmla="*/ 0 w 1977480"/>
              <a:gd name="textAreaRight" fmla="*/ 1980360 w 1977480"/>
              <a:gd name="textAreaTop" fmla="*/ 0 h 3417480"/>
              <a:gd name="textAreaBottom" fmla="*/ 3420360 h 3417480"/>
            </a:gdLst>
            <a:ahLst/>
            <a:cxnLst/>
            <a:rect l="textAreaLeft" t="textAreaTop" r="textAreaRight" b="textAreaBottom"/>
            <a:pathLst>
              <a:path w="5501" h="9501">
                <a:moveTo>
                  <a:pt x="0" y="0"/>
                </a:moveTo>
                <a:lnTo>
                  <a:pt x="0" y="8001"/>
                </a:lnTo>
                <a:lnTo>
                  <a:pt x="2500" y="9501"/>
                </a:lnTo>
                <a:lnTo>
                  <a:pt x="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36" name="Freeform: Shape 33"/>
          <p:cNvSpPr/>
          <p:nvPr/>
        </p:nvSpPr>
        <p:spPr>
          <a:xfrm>
            <a:off x="2340000" y="0"/>
            <a:ext cx="1977480" cy="357480"/>
          </a:xfrm>
          <a:custGeom>
            <a:avLst/>
            <a:gdLst>
              <a:gd name="textAreaLeft" fmla="*/ 0 w 1977480"/>
              <a:gd name="textAreaRight" fmla="*/ 1980360 w 1977480"/>
              <a:gd name="textAreaTop" fmla="*/ 0 h 357480"/>
              <a:gd name="textAreaBottom" fmla="*/ 360360 h 357480"/>
            </a:gdLst>
            <a:ahLst/>
            <a:cxnLst/>
            <a:rect l="textAreaLeft" t="textAreaTop" r="textAreaRight" b="textAreaBottom"/>
            <a:pathLst>
              <a:path w="5501" h="1001">
                <a:moveTo>
                  <a:pt x="500" y="0"/>
                </a:moveTo>
                <a:lnTo>
                  <a:pt x="0" y="1001"/>
                </a:lnTo>
                <a:lnTo>
                  <a:pt x="5501" y="0"/>
                </a:lnTo>
                <a:lnTo>
                  <a:pt x="5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37" name="Freeform: Shape 34"/>
          <p:cNvSpPr/>
          <p:nvPr/>
        </p:nvSpPr>
        <p:spPr>
          <a:xfrm>
            <a:off x="6480000" y="0"/>
            <a:ext cx="3597480" cy="2697480"/>
          </a:xfrm>
          <a:custGeom>
            <a:avLst/>
            <a:gdLst>
              <a:gd name="textAreaLeft" fmla="*/ 0 w 3597480"/>
              <a:gd name="textAreaRight" fmla="*/ 3600360 w 3597480"/>
              <a:gd name="textAreaTop" fmla="*/ 0 h 2697480"/>
              <a:gd name="textAreaBottom" fmla="*/ 2700360 h 2697480"/>
            </a:gdLst>
            <a:ahLst/>
            <a:cxnLst/>
            <a:rect l="textAreaLeft" t="textAreaTop" r="textAreaRight" b="textAreaBottom"/>
            <a:pathLst>
              <a:path w="10001" h="7501">
                <a:moveTo>
                  <a:pt x="10001" y="0"/>
                </a:moveTo>
                <a:lnTo>
                  <a:pt x="1000" y="0"/>
                </a:lnTo>
                <a:lnTo>
                  <a:pt x="0" y="500"/>
                </a:lnTo>
                <a:lnTo>
                  <a:pt x="10001" y="7501"/>
                </a:lnTo>
                <a:lnTo>
                  <a:pt x="10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38" name="Freeform: Shape 35"/>
          <p:cNvSpPr/>
          <p:nvPr/>
        </p:nvSpPr>
        <p:spPr>
          <a:xfrm>
            <a:off x="8100000" y="2340000"/>
            <a:ext cx="1977480" cy="3327480"/>
          </a:xfrm>
          <a:custGeom>
            <a:avLst/>
            <a:gdLst>
              <a:gd name="textAreaLeft" fmla="*/ 0 w 1977480"/>
              <a:gd name="textAreaRight" fmla="*/ 1980360 w 1977480"/>
              <a:gd name="textAreaTop" fmla="*/ 0 h 3327480"/>
              <a:gd name="textAreaBottom" fmla="*/ 3330360 h 3327480"/>
            </a:gdLst>
            <a:ahLst/>
            <a:cxnLst/>
            <a:rect l="textAreaLeft" t="textAreaTop" r="textAreaRight" b="textAreaBottom"/>
            <a:pathLst>
              <a:path w="5501" h="9251">
                <a:moveTo>
                  <a:pt x="5501" y="9251"/>
                </a:moveTo>
                <a:lnTo>
                  <a:pt x="5501" y="2000"/>
                </a:lnTo>
                <a:lnTo>
                  <a:pt x="3001" y="0"/>
                </a:lnTo>
                <a:lnTo>
                  <a:pt x="0" y="9251"/>
                </a:lnTo>
                <a:lnTo>
                  <a:pt x="5501" y="9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39" name="Freeform: Shape 36"/>
          <p:cNvSpPr/>
          <p:nvPr/>
        </p:nvSpPr>
        <p:spPr>
          <a:xfrm>
            <a:off x="5940000" y="5220000"/>
            <a:ext cx="1797120" cy="447480"/>
          </a:xfrm>
          <a:custGeom>
            <a:avLst/>
            <a:gdLst>
              <a:gd name="textAreaLeft" fmla="*/ 0 w 1797120"/>
              <a:gd name="textAreaRight" fmla="*/ 1800000 w 1797120"/>
              <a:gd name="textAreaTop" fmla="*/ 0 h 447480"/>
              <a:gd name="textAreaBottom" fmla="*/ 450360 h 447480"/>
            </a:gdLst>
            <a:ahLst/>
            <a:cxnLst/>
            <a:rect l="textAreaLeft" t="textAreaTop" r="textAreaRight" b="textAreaBottom"/>
            <a:pathLst>
              <a:path w="5000" h="1251">
                <a:moveTo>
                  <a:pt x="4500" y="1251"/>
                </a:moveTo>
                <a:lnTo>
                  <a:pt x="5000" y="0"/>
                </a:lnTo>
                <a:lnTo>
                  <a:pt x="0" y="1251"/>
                </a:lnTo>
                <a:lnTo>
                  <a:pt x="4500" y="1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40" name="Freeform: Shape 37"/>
          <p:cNvSpPr/>
          <p:nvPr/>
        </p:nvSpPr>
        <p:spPr>
          <a:xfrm>
            <a:off x="0" y="3240000"/>
            <a:ext cx="3237480" cy="2427480"/>
          </a:xfrm>
          <a:custGeom>
            <a:avLst/>
            <a:gdLst>
              <a:gd name="textAreaLeft" fmla="*/ 0 w 3237480"/>
              <a:gd name="textAreaRight" fmla="*/ 3240360 w 3237480"/>
              <a:gd name="textAreaTop" fmla="*/ 0 h 2427480"/>
              <a:gd name="textAreaBottom" fmla="*/ 2430360 h 2427480"/>
            </a:gdLst>
            <a:ahLst/>
            <a:cxnLst/>
            <a:rect l="textAreaLeft" t="textAreaTop" r="textAreaRight" b="textAreaBottom"/>
            <a:pathLst>
              <a:path w="9001" h="6751">
                <a:moveTo>
                  <a:pt x="0" y="0"/>
                </a:moveTo>
                <a:lnTo>
                  <a:pt x="0" y="6751"/>
                </a:lnTo>
                <a:lnTo>
                  <a:pt x="9001" y="6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800000" y="360000"/>
            <a:ext cx="6477120" cy="8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333333"/>
                </a:solidFill>
                <a:effectLst/>
                <a:uFillTx/>
                <a:latin typeface="DejaVu Sans"/>
                <a:ea typeface="DejaVu Sans"/>
              </a:rPr>
              <a:t>Click to edit the title text format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1800000" y="1440000"/>
            <a:ext cx="647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001"/>
              </a:spcBef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Click to edit the outline text format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499"/>
              </a:spcBef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n-US" sz="22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Second Outline Level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499"/>
              </a:spcBef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Third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499"/>
              </a:spcBef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499"/>
              </a:spcBef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Fifth Outline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499"/>
              </a:spcBef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Sixth Outline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499"/>
              </a:spcBef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Seventh Outline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808080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808080"/>
                </a:solidFill>
                <a:effectLst/>
                <a:uFillTx/>
                <a:latin typeface="DejaVu Sans"/>
                <a:ea typeface="DejaVu Sans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5658B5-AABB-44D8-8205-35FDA6FA714D}" type="slidenum"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&lt;number&gt;</a:t>
            </a:fld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Freeform: Shape 43"/>
          <p:cNvSpPr/>
          <p:nvPr/>
        </p:nvSpPr>
        <p:spPr>
          <a:xfrm>
            <a:off x="0" y="0"/>
            <a:ext cx="1077480" cy="3417480"/>
          </a:xfrm>
          <a:custGeom>
            <a:avLst/>
            <a:gdLst>
              <a:gd name="textAreaLeft" fmla="*/ 0 w 1077480"/>
              <a:gd name="textAreaRight" fmla="*/ 1080360 w 1077480"/>
              <a:gd name="textAreaTop" fmla="*/ 0 h 3417480"/>
              <a:gd name="textAreaBottom" fmla="*/ 3420360 h 3417480"/>
            </a:gdLst>
            <a:ahLst/>
            <a:cxnLst/>
            <a:rect l="textAreaLeft" t="textAreaTop" r="textAreaRight" b="textAreaBottom"/>
            <a:pathLst>
              <a:path w="3001" h="9501">
                <a:moveTo>
                  <a:pt x="0" y="0"/>
                </a:moveTo>
                <a:lnTo>
                  <a:pt x="0" y="9501"/>
                </a:lnTo>
                <a:lnTo>
                  <a:pt x="30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47" name="Freeform: Shape 44"/>
          <p:cNvSpPr/>
          <p:nvPr/>
        </p:nvSpPr>
        <p:spPr>
          <a:xfrm>
            <a:off x="7740000" y="0"/>
            <a:ext cx="2337480" cy="1617480"/>
          </a:xfrm>
          <a:custGeom>
            <a:avLst/>
            <a:gdLst>
              <a:gd name="textAreaLeft" fmla="*/ 0 w 2337480"/>
              <a:gd name="textAreaRight" fmla="*/ 2340360 w 2337480"/>
              <a:gd name="textAreaTop" fmla="*/ 0 h 1617480"/>
              <a:gd name="textAreaBottom" fmla="*/ 1620360 h 1617480"/>
            </a:gdLst>
            <a:ahLst/>
            <a:cxnLst/>
            <a:rect l="textAreaLeft" t="textAreaTop" r="textAreaRight" b="textAreaBottom"/>
            <a:pathLst>
              <a:path w="6501" h="4501">
                <a:moveTo>
                  <a:pt x="6501" y="0"/>
                </a:moveTo>
                <a:lnTo>
                  <a:pt x="0" y="0"/>
                </a:lnTo>
                <a:lnTo>
                  <a:pt x="6501" y="4501"/>
                </a:lnTo>
                <a:lnTo>
                  <a:pt x="65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48" name="Freeform: Shape 45"/>
          <p:cNvSpPr/>
          <p:nvPr/>
        </p:nvSpPr>
        <p:spPr>
          <a:xfrm>
            <a:off x="9000000" y="2520000"/>
            <a:ext cx="1077480" cy="3147480"/>
          </a:xfrm>
          <a:custGeom>
            <a:avLst/>
            <a:gdLst>
              <a:gd name="textAreaLeft" fmla="*/ 0 w 1077480"/>
              <a:gd name="textAreaRight" fmla="*/ 1080360 w 1077480"/>
              <a:gd name="textAreaTop" fmla="*/ 0 h 3147480"/>
              <a:gd name="textAreaBottom" fmla="*/ 3150360 h 3147480"/>
            </a:gdLst>
            <a:ahLst/>
            <a:cxnLst/>
            <a:rect l="textAreaLeft" t="textAreaTop" r="textAreaRight" b="textAreaBottom"/>
            <a:pathLst>
              <a:path w="3001" h="8751">
                <a:moveTo>
                  <a:pt x="3001" y="8751"/>
                </a:moveTo>
                <a:lnTo>
                  <a:pt x="3001" y="0"/>
                </a:lnTo>
                <a:lnTo>
                  <a:pt x="0" y="8751"/>
                </a:lnTo>
                <a:lnTo>
                  <a:pt x="3001" y="87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49" name="Freeform: Shape 46"/>
          <p:cNvSpPr/>
          <p:nvPr/>
        </p:nvSpPr>
        <p:spPr>
          <a:xfrm>
            <a:off x="0" y="4320000"/>
            <a:ext cx="1977480" cy="1347480"/>
          </a:xfrm>
          <a:custGeom>
            <a:avLst/>
            <a:gdLst>
              <a:gd name="textAreaLeft" fmla="*/ 0 w 1977480"/>
              <a:gd name="textAreaRight" fmla="*/ 1980360 w 1977480"/>
              <a:gd name="textAreaTop" fmla="*/ 0 h 1347480"/>
              <a:gd name="textAreaBottom" fmla="*/ 1350360 h 1347480"/>
            </a:gdLst>
            <a:ahLst/>
            <a:cxnLst/>
            <a:rect l="textAreaLeft" t="textAreaTop" r="textAreaRight" b="textAreaBottom"/>
            <a:pathLst>
              <a:path w="5501" h="3751">
                <a:moveTo>
                  <a:pt x="0" y="0"/>
                </a:moveTo>
                <a:lnTo>
                  <a:pt x="0" y="3751"/>
                </a:lnTo>
                <a:lnTo>
                  <a:pt x="5501" y="3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1" lang="en-US" sz="1400" strike="noStrike" u="none">
              <a:solidFill>
                <a:srgbClr val="dddddd"/>
              </a:solidFill>
              <a:effectLst/>
              <a:uFillTx/>
              <a:latin typeface="DejaVu Sans"/>
              <a:ea typeface="DejaVu Sans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dt" idx="13"/>
          </p:nvPr>
        </p:nvSpPr>
        <p:spPr>
          <a:xfrm>
            <a:off x="36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&lt;date/time&gt;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14"/>
          </p:nvPr>
        </p:nvSpPr>
        <p:spPr>
          <a:xfrm>
            <a:off x="3420000" y="5220000"/>
            <a:ext cx="32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808080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808080"/>
                </a:solidFill>
                <a:effectLst/>
                <a:uFillTx/>
                <a:latin typeface="DejaVu Sans"/>
                <a:ea typeface="DejaVu Sans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15"/>
          </p:nvPr>
        </p:nvSpPr>
        <p:spPr>
          <a:xfrm>
            <a:off x="7380000" y="5220000"/>
            <a:ext cx="2337120" cy="21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FDDBAE-B614-47D1-B52C-28328ADBE7A4}" type="slidenum">
              <a:rPr b="0" lang="en-US" sz="1400" strike="noStrike" u="none">
                <a:solidFill>
                  <a:srgbClr val="dddddd"/>
                </a:solidFill>
                <a:effectLst/>
                <a:uFillTx/>
                <a:latin typeface="DejaVu Sans"/>
                <a:ea typeface="DejaVu Sans"/>
              </a:rPr>
              <a:t>&lt;number&gt;</a:t>
            </a:fld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37120" cy="8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333333"/>
                </a:solidFill>
                <a:effectLst/>
                <a:uFillTx/>
                <a:latin typeface="DejaVu Sans"/>
                <a:ea typeface="DejaVu Sans"/>
              </a:rPr>
              <a:t>Click to edit the title text format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720000" y="1440000"/>
            <a:ext cx="863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001"/>
              </a:spcBef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Click to edit the outline text format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499"/>
              </a:spcBef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n-US" sz="22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Second Outline Level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499"/>
              </a:spcBef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Third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499"/>
              </a:spcBef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Fourth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499"/>
              </a:spcBef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Fifth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499"/>
              </a:spcBef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Sixth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499"/>
              </a:spcBef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Seventh Outline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65080" y="361800"/>
            <a:ext cx="6589800" cy="67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Project Title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75120" y="1172520"/>
            <a:ext cx="9369720" cy="415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Urban Ride : Online Car Rental Management System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Members: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   1426 : Ikrama Kathiyara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1437 : Rudra Padhiyar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1452 : Fahad Shaikh   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r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Mentor: Prof. Shreyas Trivedi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FE677F0-179B-4A17-B5B4-9A4F9A347A0F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334600" y="1144080"/>
            <a:ext cx="5079960" cy="67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Project Proposal &amp; Planning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1371600" y="2514600"/>
            <a:ext cx="7540920" cy="240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We aim to develop a car rental platform , that lets users rent cars for a specific time.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defTabSz="914400">
              <a:lnSpc>
                <a:spcPct val="100000"/>
              </a:lnSpc>
              <a:spcAft>
                <a:spcPts val="1060"/>
              </a:spcAft>
              <a:buNone/>
              <a:tabLst>
                <a:tab algn="l" pos="0"/>
              </a:tabLst>
            </a:pP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The system will provide administrative tools for managing vehicles , bookings and users.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8EBA7-8DD6-4C9A-A03B-B7ACEC7D1344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720000" y="472680"/>
            <a:ext cx="8637120" cy="67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Problem Statment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3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Traditional car rental systems often rely on manual or semi-digital processes that are inefficient, time-consuming, and prone to errors.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Customers lack access to real-time vehicle availability, while service providers face challenges in managing bookings and vehicle data.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This project proposes the development of a web-based car rental platform to streamline rental operations and improve user experience.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825E9C-A213-4B7A-86FD-E08EB9CF9F69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720000" y="472680"/>
            <a:ext cx="8637120" cy="67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System Analysis (Existing System)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3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The existing car rental systems primarily rely on manual processes or basic digital tools such as phone calls , paper records , and spreadsheets.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Customers are required to contact the rental service provider directly to inquire about vehicle availability, pricing and booking details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Real examples of existing systems and how we are different: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Olacabs : does not allow self-drive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Zoomcar : does not allow web platform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8E0087-8131-4CFB-AE40-64DE87097ABF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720000" y="472680"/>
            <a:ext cx="8637120" cy="67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System Analysis (Proposed System)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3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The proposed system is a web-based car rental platform designed to overcome the limitations of the existing system by automating rental operationss and providing a centralized digital solution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The system allows customers to browse available vehicles, make booking online , and manage their reservations conveniently.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Administrators can manage vehicles , users, and bookings through a secure dashboard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CCD7791-C0DF-4EB8-AB71-2CE94EA37C6B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37120" cy="8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Modules and submodules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Placeholder 2"/>
          <p:cNvSpPr/>
          <p:nvPr/>
        </p:nvSpPr>
        <p:spPr>
          <a:xfrm>
            <a:off x="661680" y="1834200"/>
            <a:ext cx="863712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User Module: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User registration/login/logout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User profile management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Password reset and authentication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Role management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Car module: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Add/Remove cars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Update car information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Manage car availability status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37120" cy="8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Modules and submodules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720000" y="1388880"/>
            <a:ext cx="8637120" cy="383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Booking Module: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Search available cars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Select rental date and duration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Create new Booking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Modify booking details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Cancel booking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Booking confirmation and status update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Admin module: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Admin login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Manage users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Manage cars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FreeSans"/>
                <a:ea typeface="DejaVu Sans"/>
              </a:rPr>
              <a:t>Manage bookings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720000" y="357480"/>
            <a:ext cx="863712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Technical Specification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3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Frontend: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HTML,CSS,JS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ReactJS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Backend: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NodeJS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Firebase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9C9172-CB62-4606-A786-88DA2B7930CA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85800" y="-216360"/>
            <a:ext cx="863712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System Design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Picture 65" descr=""/>
          <p:cNvPicPr/>
          <p:nvPr/>
        </p:nvPicPr>
        <p:blipFill>
          <a:blip r:embed="rId1"/>
          <a:srcRect l="1129" t="3636" r="2119" b="3636"/>
          <a:stretch/>
        </p:blipFill>
        <p:spPr>
          <a:xfrm>
            <a:off x="1143360" y="666720"/>
            <a:ext cx="7541640" cy="481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DC49D55-8EA5-4716-A486-19929A72B7AF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914400" y="-216360"/>
            <a:ext cx="863712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Use-Case Diagram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Picture 67" descr=""/>
          <p:cNvPicPr/>
          <p:nvPr/>
        </p:nvPicPr>
        <p:blipFill>
          <a:blip r:embed="rId1"/>
          <a:srcRect l="5548" t="2545" r="28489" b="44435"/>
          <a:stretch/>
        </p:blipFill>
        <p:spPr>
          <a:xfrm>
            <a:off x="2286360" y="501840"/>
            <a:ext cx="4798440" cy="499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CE29A16-20B6-4905-96EA-3638BD01FA18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961920" y="-215640"/>
            <a:ext cx="8637120" cy="90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Admin use-case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69" descr=""/>
          <p:cNvPicPr/>
          <p:nvPr/>
        </p:nvPicPr>
        <p:blipFill>
          <a:blip r:embed="rId1"/>
          <a:srcRect l="0" t="17824" r="23708" b="16675"/>
          <a:stretch/>
        </p:blipFill>
        <p:spPr>
          <a:xfrm>
            <a:off x="2057400" y="457200"/>
            <a:ext cx="5248080" cy="525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1FCDEB3-DCC9-44A3-88C9-5D926512F4FA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720000" y="357480"/>
            <a:ext cx="863712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Class Diagram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Picture 71" descr=""/>
          <p:cNvPicPr/>
          <p:nvPr/>
        </p:nvPicPr>
        <p:blipFill>
          <a:blip r:embed="rId1"/>
          <a:srcRect l="23761" t="11015" r="28697" b="41237"/>
          <a:stretch/>
        </p:blipFill>
        <p:spPr>
          <a:xfrm>
            <a:off x="3200400" y="1143000"/>
            <a:ext cx="3197880" cy="415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777592-7F4D-45B3-9F8A-D05EF47DD3DB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85800" y="-230760"/>
            <a:ext cx="863712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Activity Diagram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Picture 73" descr=""/>
          <p:cNvPicPr/>
          <p:nvPr/>
        </p:nvPicPr>
        <p:blipFill>
          <a:blip r:embed="rId1"/>
          <a:srcRect l="36518" t="7273" r="16524" b="20162"/>
          <a:stretch/>
        </p:blipFill>
        <p:spPr>
          <a:xfrm>
            <a:off x="4343400" y="457200"/>
            <a:ext cx="2605680" cy="521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B392A8A-5708-488E-B018-BF04557EB125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733680" y="-215640"/>
            <a:ext cx="8637120" cy="90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vehicle collection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2" name="Table 78"/>
          <p:cNvGraphicFramePr/>
          <p:nvPr/>
        </p:nvGraphicFramePr>
        <p:xfrm>
          <a:off x="804240" y="528840"/>
          <a:ext cx="9025200" cy="5125680"/>
        </p:xfrm>
        <a:graphic>
          <a:graphicData uri="http://schemas.openxmlformats.org/drawingml/2006/table">
            <a:tbl>
              <a:tblPr/>
              <a:tblGrid>
                <a:gridCol w="3533400"/>
                <a:gridCol w="5492160"/>
              </a:tblGrid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of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brand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Brand of the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model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model of the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year : number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Year of purchase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type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type of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seats : number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seats of card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fuelType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diesel or petrol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transmission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manual or auto gear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pricePerDay : number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price per day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0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location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location of car , includes object with city and area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images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images of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features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list of features of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isAvailable : boolean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car is available or not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344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createdAt : 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timestamp of car entry creation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0050C00-72FC-447B-BF5C-547AC5FCDA5C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734400" y="-1080"/>
            <a:ext cx="8637120" cy="90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bookings collection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4" name="Table 80"/>
          <p:cNvGraphicFramePr/>
          <p:nvPr/>
        </p:nvGraphicFramePr>
        <p:xfrm>
          <a:off x="713520" y="962640"/>
          <a:ext cx="8638920" cy="4301640"/>
        </p:xfrm>
        <a:graphic>
          <a:graphicData uri="http://schemas.openxmlformats.org/drawingml/2006/table">
            <a:tbl>
              <a:tblPr/>
              <a:tblGrid>
                <a:gridCol w="3740040"/>
                <a:gridCol w="4899240"/>
              </a:tblGrid>
              <a:tr h="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of booking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userId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of user who booked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carId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of car being booked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startDate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starting of the booking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endDate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ending of the booking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totalDays : number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total days of the booking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pricePerDay : number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price per day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totalPrice : number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total price of the booking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status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status of the booking(pending,confirm,cancelled)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pickupLocation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pickup location of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createdAt : 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booking 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1697B23-A5D4-4029-80C8-35ED76C18F08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720000" y="357840"/>
            <a:ext cx="8637120" cy="90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FreeSans"/>
                <a:ea typeface="DejaVu Sans"/>
              </a:rPr>
              <a:t>reviews collection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Table 82"/>
          <p:cNvGraphicFramePr/>
          <p:nvPr/>
        </p:nvGraphicFramePr>
        <p:xfrm>
          <a:off x="675720" y="1776600"/>
          <a:ext cx="8638920" cy="2562840"/>
        </p:xfrm>
        <a:graphic>
          <a:graphicData uri="http://schemas.openxmlformats.org/drawingml/2006/table">
            <a:tbl>
              <a:tblPr/>
              <a:tblGrid>
                <a:gridCol w="4319640"/>
                <a:gridCol w="4319640"/>
              </a:tblGrid>
              <a:tr h="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of review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bookingId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id of booking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200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carId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car which was booked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200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userId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user who booked the car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200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rating : number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rating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200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comment : string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text describing the review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2000"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createdAt : 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FreeSans"/>
                          <a:ea typeface="DejaVu Sans"/>
                        </a:rPr>
                        <a:t>time of review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AB87D9B-333D-4EF1-99D7-E1DFAAE28EE4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238</TotalTime>
  <Application>LibreOffice/25.8.1.1$Windows_X86_64 LibreOffice_project/54047653041915e595ad4e45cccea684809c77b5</Application>
  <AppVersion>15.0000</AppVersion>
  <Words>604</Words>
  <Paragraphs>164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2026-01-28T10:19:45Z</dcterms:created>
  <dc:creator>ikrama kathiyara</dc:creator>
  <dc:description>This work is licensed under a Creative Commons-0 licence.
It makes use of the works of Zirk.</dc:description>
  <dc:language>en-US</dc:language>
  <cp:lastModifiedBy/>
  <dcterms:modified xsi:type="dcterms:W3CDTF">2026-03-02T23:58:45Z</dcterms:modified>
  <cp:revision>39</cp:revision>
  <dc:subject/>
  <dc:title>Focus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17</vt:i4>
  </property>
</Properties>
</file>