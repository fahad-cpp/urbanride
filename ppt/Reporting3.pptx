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theme/theme1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s/slide12.xml" ContentType="application/vnd.openxmlformats-officedocument.presentationml.slide+xml"/>
  <Override PartName="/ppt/slides/slide11.xml" ContentType="application/vnd.openxmlformats-officedocument.presentationml.slide+xml"/>
  <Override PartName="/ppt/slides/slide14.xml" ContentType="application/vnd.openxmlformats-officedocument.presentationml.slide+xml"/>
  <Override PartName="/ppt/slides/slide6.xml" ContentType="application/vnd.openxmlformats-officedocument.presentationml.slide+xml"/>
  <Override PartName="/ppt/slides/slide15.xml" ContentType="application/vnd.openxmlformats-officedocument.presentationml.slide+xml"/>
  <Override PartName="/ppt/slides/slide3.xml" ContentType="application/vnd.openxmlformats-officedocument.presentationml.slide+xml"/>
  <Override PartName="/ppt/slides/slide1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3.xml" ContentType="application/vnd.openxmlformats-officedocument.presentationml.slide+xml"/>
  <Override PartName="/ppt/slides/slide9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2.xml" ContentType="application/vnd.openxmlformats-officedocument.presentationml.slide+xml"/>
  <Override PartName="/ppt/slides/slide7.xml" ContentType="application/vnd.openxmlformats-officedocument.presentationml.slide+xml"/>
  <Override PartName="/ppt/slides/slide10.xml" ContentType="application/vnd.openxmlformats-officedocument.presentationml.slide+xml"/>
  <Override PartName="/ppt/slides/slide8.xml" ContentType="application/vnd.openxmlformats-officedocument.presentationml.slide+xml"/>
  <Override PartName="/ppt/presProps.xml" ContentType="application/vnd.openxmlformats-officedocument.presentationml.presProps+xml"/>
</Types>
</file>

<file path=_rels/.rels><?xml version="1.0" encoding="UTF-8"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custom-properties" Target="docProps/custom.xml"/><Relationship Id="rId4" Type="http://schemas.openxmlformats.org/officeDocument/2006/relationships/officeDocument" Target="ppt/presentation.xml"/>
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sldMasterIdLst>
    <p:sldMasterId id="2147483648" r:id="rId2"/>
  </p:sldMasterIdLst>
  <p:sldIdLst>
    <p:sldId id="256" r:id="rId3"/>
    <p:sldId id="257" r:id="rId4"/>
    <p:sldId id="258" r:id="rId5"/>
    <p:sldId id="259" r:id="rId6"/>
    <p:sldId id="260" r:id="rId7"/>
    <p:sldId id="261" r:id="rId8"/>
    <p:sldId id="262" r:id="rId9"/>
    <p:sldId id="263" r:id="rId10"/>
    <p:sldId id="264" r:id="rId11"/>
    <p:sldId id="265" r:id="rId12"/>
    <p:sldId id="266" r:id="rId13"/>
    <p:sldId id="267" r:id="rId14"/>
    <p:sldId id="268" r:id="rId15"/>
    <p:sldId id="269" r:id="rId16"/>
    <p:sldId id="270" r:id="rId17"/>
    <p:sldId id="271" r:id="rId18"/>
    <p:sldId id="272" r:id="rId19"/>
  </p:sldIdLst>
  <p:sldSz cx="10080625" cy="5670550"/>
  <p:notesSz cx="7772400" cy="10058400"/>
</p:presentation>
</file>

<file path=ppt/presProps.xml><?xml version="1.0" encoding="utf-8"?>
<p:presentationPr xmlns:a="http://schemas.openxmlformats.org/drawingml/2006/main" xmlns:p="http://schemas.openxmlformats.org/presentationml/2006/main" xmlns:r="http://schemas.openxmlformats.org/officeDocument/2006/relationships">
  <p:showPr showNarration="1"/>
</p:presentationPr>
</file>

<file path=ppt/_rels/presentation.xml.rels><?xml version="1.0" encoding="UTF-8"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slideMaster" Target="slideMasters/slideMaster1.xml"/><Relationship Id="rId3" Type="http://schemas.openxmlformats.org/officeDocument/2006/relationships/slide" Target="slides/slide1.xml"/><Relationship Id="rId4" Type="http://schemas.openxmlformats.org/officeDocument/2006/relationships/slide" Target="slides/slide2.xml"/><Relationship Id="rId5" Type="http://schemas.openxmlformats.org/officeDocument/2006/relationships/slide" Target="slides/slide3.xml"/><Relationship Id="rId6" Type="http://schemas.openxmlformats.org/officeDocument/2006/relationships/slide" Target="slides/slide4.xml"/><Relationship Id="rId7" Type="http://schemas.openxmlformats.org/officeDocument/2006/relationships/slide" Target="slides/slide5.xml"/><Relationship Id="rId8" Type="http://schemas.openxmlformats.org/officeDocument/2006/relationships/slide" Target="slides/slide6.xml"/><Relationship Id="rId9" Type="http://schemas.openxmlformats.org/officeDocument/2006/relationships/slide" Target="slides/slide7.xml"/><Relationship Id="rId10" Type="http://schemas.openxmlformats.org/officeDocument/2006/relationships/slide" Target="slides/slide8.xml"/><Relationship Id="rId11" Type="http://schemas.openxmlformats.org/officeDocument/2006/relationships/slide" Target="slides/slide9.xml"/><Relationship Id="rId12" Type="http://schemas.openxmlformats.org/officeDocument/2006/relationships/slide" Target="slides/slide10.xml"/><Relationship Id="rId13" Type="http://schemas.openxmlformats.org/officeDocument/2006/relationships/slide" Target="slides/slide11.xml"/><Relationship Id="rId14" Type="http://schemas.openxmlformats.org/officeDocument/2006/relationships/slide" Target="slides/slide12.xml"/><Relationship Id="rId15" Type="http://schemas.openxmlformats.org/officeDocument/2006/relationships/slide" Target="slides/slide13.xml"/><Relationship Id="rId16" Type="http://schemas.openxmlformats.org/officeDocument/2006/relationships/slide" Target="slides/slide14.xml"/><Relationship Id="rId17" Type="http://schemas.openxmlformats.org/officeDocument/2006/relationships/slide" Target="slides/slide15.xml"/><Relationship Id="rId18" Type="http://schemas.openxmlformats.org/officeDocument/2006/relationships/slide" Target="slides/slide16.xml"/><Relationship Id="rId19" Type="http://schemas.openxmlformats.org/officeDocument/2006/relationships/slide" Target="slides/slide17.xml"/><Relationship Id="rId20" Type="http://schemas.openxmlformats.org/officeDocument/2006/relationships/presProps" Target="presProps.xml"/>
</Relationships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slideLayout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x" preserve="1">
  <p:cSld name="Focus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: Shape 10"/>
          <p:cNvSpPr/>
          <p:nvPr/>
        </p:nvSpPr>
        <p:spPr>
          <a:xfrm>
            <a:off x="0" y="0"/>
            <a:ext cx="4857480" cy="2877480"/>
          </a:xfrm>
          <a:custGeom>
            <a:avLst/>
            <a:gdLst>
              <a:gd name="textAreaLeft" fmla="*/ 0 w 4857480"/>
              <a:gd name="textAreaRight" fmla="*/ 4860360 w 4857480"/>
              <a:gd name="textAreaTop" fmla="*/ 0 h 2877480"/>
              <a:gd name="textAreaBottom" fmla="*/ 2880360 h 2877480"/>
            </a:gdLst>
            <a:ahLst/>
            <a:cxnLst/>
            <a:rect l="textAreaLeft" t="textAreaTop" r="textAreaRight" b="textAreaBottom"/>
            <a:pathLst>
              <a:path w="13501" h="8001">
                <a:moveTo>
                  <a:pt x="0" y="0"/>
                </a:moveTo>
                <a:lnTo>
                  <a:pt x="0" y="500"/>
                </a:lnTo>
                <a:lnTo>
                  <a:pt x="10405" y="8001"/>
                </a:lnTo>
                <a:lnTo>
                  <a:pt x="13501" y="0"/>
                </a:lnTo>
                <a:lnTo>
                  <a:pt x="0" y="0"/>
                </a:lnTo>
                <a:close/>
              </a:path>
            </a:pathLst>
          </a:custGeom>
          <a:solidFill>
            <a:srgbClr val="f10d0c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defTabSz="914400">
              <a:lnSpc>
                <a:spcPct val="100000"/>
              </a:lnSpc>
            </a:pPr>
            <a:endParaRPr lang="en-US" sz="1400" b="1" u="none" strike="noStrike">
              <a:solidFill>
                <a:srgbClr val="dddddd"/>
              </a:solidFill>
              <a:effectLst/>
              <a:uFillTx/>
              <a:latin typeface="DejaVu Sans"/>
              <a:ea typeface="DejaVu Sans"/>
            </a:endParaRPr>
          </a:p>
        </p:txBody>
      </p:sp>
      <p:sp>
        <p:nvSpPr>
          <p:cNvPr id="3" name="Freeform: Shape 11"/>
          <p:cNvSpPr/>
          <p:nvPr/>
        </p:nvSpPr>
        <p:spPr>
          <a:xfrm>
            <a:off x="4320000" y="0"/>
            <a:ext cx="5757480" cy="2157480"/>
          </a:xfrm>
          <a:custGeom>
            <a:avLst/>
            <a:gdLst>
              <a:gd name="textAreaLeft" fmla="*/ 0 w 5757480"/>
              <a:gd name="textAreaRight" fmla="*/ 5760360 w 5757480"/>
              <a:gd name="textAreaTop" fmla="*/ 0 h 2157480"/>
              <a:gd name="textAreaBottom" fmla="*/ 2160360 h 2157480"/>
            </a:gdLst>
            <a:ahLst/>
            <a:cxnLst/>
            <a:rect l="textAreaLeft" t="textAreaTop" r="textAreaRight" b="textAreaBottom"/>
            <a:pathLst>
              <a:path w="16001" h="6001">
                <a:moveTo>
                  <a:pt x="16001" y="0"/>
                </a:moveTo>
                <a:lnTo>
                  <a:pt x="2500" y="0"/>
                </a:lnTo>
                <a:lnTo>
                  <a:pt x="0" y="6001"/>
                </a:lnTo>
                <a:lnTo>
                  <a:pt x="16001" y="2500"/>
                </a:lnTo>
                <a:lnTo>
                  <a:pt x="16001" y="0"/>
                </a:lnTo>
                <a:close/>
              </a:path>
            </a:pathLst>
          </a:custGeom>
          <a:solidFill>
            <a:srgbClr val="ea750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defTabSz="914400">
              <a:lnSpc>
                <a:spcPct val="100000"/>
              </a:lnSpc>
            </a:pPr>
            <a:endParaRPr lang="en-US" sz="1400" b="1" u="none" strike="noStrike">
              <a:solidFill>
                <a:srgbClr val="dddddd"/>
              </a:solidFill>
              <a:effectLst/>
              <a:uFillTx/>
              <a:latin typeface="DejaVu Sans"/>
              <a:ea typeface="DejaVu Sans"/>
            </a:endParaRPr>
          </a:p>
        </p:txBody>
      </p:sp>
      <p:sp>
        <p:nvSpPr>
          <p:cNvPr id="4" name="Freeform: Shape 1"/>
          <p:cNvSpPr/>
          <p:nvPr/>
        </p:nvSpPr>
        <p:spPr>
          <a:xfrm>
            <a:off x="5580000" y="1260000"/>
            <a:ext cx="4497480" cy="3777480"/>
          </a:xfrm>
          <a:custGeom>
            <a:avLst/>
            <a:gdLst>
              <a:gd name="textAreaLeft" fmla="*/ 0 w 4497480"/>
              <a:gd name="textAreaRight" fmla="*/ 4500360 w 4497480"/>
              <a:gd name="textAreaTop" fmla="*/ 0 h 3777480"/>
              <a:gd name="textAreaBottom" fmla="*/ 3780360 h 3777480"/>
            </a:gdLst>
            <a:ahLst/>
            <a:cxnLst/>
            <a:rect l="textAreaLeft" t="textAreaTop" r="textAreaRight" b="textAreaBottom"/>
            <a:pathLst>
              <a:path w="12501" h="10501">
                <a:moveTo>
                  <a:pt x="12501" y="10501"/>
                </a:moveTo>
                <a:lnTo>
                  <a:pt x="12501" y="0"/>
                </a:lnTo>
                <a:lnTo>
                  <a:pt x="0" y="2500"/>
                </a:lnTo>
                <a:lnTo>
                  <a:pt x="12501" y="10501"/>
                </a:lnTo>
                <a:close/>
              </a:path>
            </a:pathLst>
          </a:custGeom>
          <a:solidFill>
            <a:srgbClr val="e8a202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defTabSz="914400">
              <a:lnSpc>
                <a:spcPct val="100000"/>
              </a:lnSpc>
            </a:pPr>
            <a:endParaRPr lang="en-US" sz="1400" b="1" u="none" strike="noStrike">
              <a:solidFill>
                <a:srgbClr val="dddddd"/>
              </a:solidFill>
              <a:effectLst/>
              <a:uFillTx/>
              <a:latin typeface="DejaVu Sans"/>
              <a:ea typeface="DejaVu Sans"/>
            </a:endParaRPr>
          </a:p>
        </p:txBody>
      </p:sp>
      <p:sp>
        <p:nvSpPr>
          <p:cNvPr id="5" name="Freeform: Shape 2"/>
          <p:cNvSpPr/>
          <p:nvPr/>
        </p:nvSpPr>
        <p:spPr>
          <a:xfrm>
            <a:off x="5580000" y="3060000"/>
            <a:ext cx="4497480" cy="2607480"/>
          </a:xfrm>
          <a:custGeom>
            <a:avLst/>
            <a:gdLst>
              <a:gd name="textAreaLeft" fmla="*/ 0 w 4497480"/>
              <a:gd name="textAreaRight" fmla="*/ 4500360 w 4497480"/>
              <a:gd name="textAreaTop" fmla="*/ 0 h 2607480"/>
              <a:gd name="textAreaBottom" fmla="*/ 2610360 h 2607480"/>
            </a:gdLst>
            <a:ahLst/>
            <a:cxnLst/>
            <a:rect l="textAreaLeft" t="textAreaTop" r="textAreaRight" b="textAreaBottom"/>
            <a:pathLst>
              <a:path w="12501" h="7251">
                <a:moveTo>
                  <a:pt x="12501" y="7251"/>
                </a:moveTo>
                <a:lnTo>
                  <a:pt x="12501" y="6501"/>
                </a:lnTo>
                <a:lnTo>
                  <a:pt x="2000" y="0"/>
                </a:lnTo>
                <a:lnTo>
                  <a:pt x="0" y="7251"/>
                </a:lnTo>
                <a:lnTo>
                  <a:pt x="12501" y="7251"/>
                </a:lnTo>
                <a:close/>
              </a:path>
            </a:pathLst>
          </a:custGeom>
          <a:solidFill>
            <a:srgbClr val="168253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defTabSz="914400">
              <a:lnSpc>
                <a:spcPct val="100000"/>
              </a:lnSpc>
            </a:pPr>
            <a:endParaRPr lang="en-US" sz="1400" b="1" u="none" strike="noStrike">
              <a:solidFill>
                <a:srgbClr val="dddddd"/>
              </a:solidFill>
              <a:effectLst/>
              <a:uFillTx/>
              <a:latin typeface="DejaVu Sans"/>
              <a:ea typeface="DejaVu Sans"/>
            </a:endParaRPr>
          </a:p>
        </p:txBody>
      </p:sp>
      <p:sp>
        <p:nvSpPr>
          <p:cNvPr id="6" name="Freeform: Shape 3"/>
          <p:cNvSpPr/>
          <p:nvPr/>
        </p:nvSpPr>
        <p:spPr>
          <a:xfrm>
            <a:off x="0" y="3762000"/>
            <a:ext cx="5757480" cy="1905480"/>
          </a:xfrm>
          <a:custGeom>
            <a:avLst/>
            <a:gdLst>
              <a:gd name="textAreaLeft" fmla="*/ 0 w 5757480"/>
              <a:gd name="textAreaRight" fmla="*/ 5760360 w 5757480"/>
              <a:gd name="textAreaTop" fmla="*/ 0 h 1905480"/>
              <a:gd name="textAreaBottom" fmla="*/ 1908360 h 1905480"/>
            </a:gdLst>
            <a:ahLst/>
            <a:cxnLst/>
            <a:rect l="textAreaLeft" t="textAreaTop" r="textAreaRight" b="textAreaBottom"/>
            <a:pathLst>
              <a:path w="16001" h="5301">
                <a:moveTo>
                  <a:pt x="0" y="5301"/>
                </a:moveTo>
                <a:lnTo>
                  <a:pt x="14501" y="5301"/>
                </a:lnTo>
                <a:lnTo>
                  <a:pt x="16001" y="0"/>
                </a:lnTo>
                <a:lnTo>
                  <a:pt x="0" y="2546"/>
                </a:lnTo>
                <a:lnTo>
                  <a:pt x="0" y="5301"/>
                </a:lnTo>
                <a:close/>
              </a:path>
            </a:pathLst>
          </a:custGeom>
          <a:solidFill>
            <a:srgbClr val="3465a4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defTabSz="914400">
              <a:lnSpc>
                <a:spcPct val="100000"/>
              </a:lnSpc>
            </a:pPr>
            <a:endParaRPr lang="en-US" sz="1400" b="1" u="none" strike="noStrike">
              <a:solidFill>
                <a:srgbClr val="dddddd"/>
              </a:solidFill>
              <a:effectLst/>
              <a:uFillTx/>
              <a:latin typeface="DejaVu Sans"/>
              <a:ea typeface="DejaVu Sans"/>
            </a:endParaRPr>
          </a:p>
        </p:txBody>
      </p:sp>
      <p:sp>
        <p:nvSpPr>
          <p:cNvPr id="7" name="Freeform: Shape 4"/>
          <p:cNvSpPr/>
          <p:nvPr/>
        </p:nvSpPr>
        <p:spPr>
          <a:xfrm>
            <a:off x="0" y="540000"/>
            <a:ext cx="4317480" cy="3777480"/>
          </a:xfrm>
          <a:custGeom>
            <a:avLst/>
            <a:gdLst>
              <a:gd name="textAreaLeft" fmla="*/ 0 w 4317480"/>
              <a:gd name="textAreaRight" fmla="*/ 4320360 w 4317480"/>
              <a:gd name="textAreaTop" fmla="*/ 0 h 3777480"/>
              <a:gd name="textAreaBottom" fmla="*/ 3780360 h 3777480"/>
            </a:gdLst>
            <a:ahLst/>
            <a:cxnLst/>
            <a:rect l="textAreaLeft" t="textAreaTop" r="textAreaRight" b="textAreaBottom"/>
            <a:pathLst>
              <a:path w="12001" h="10501">
                <a:moveTo>
                  <a:pt x="0" y="0"/>
                </a:moveTo>
                <a:lnTo>
                  <a:pt x="0" y="10501"/>
                </a:lnTo>
                <a:lnTo>
                  <a:pt x="12001" y="8501"/>
                </a:lnTo>
                <a:lnTo>
                  <a:pt x="0" y="0"/>
                </a:lnTo>
                <a:close/>
              </a:path>
            </a:pathLst>
          </a:custGeom>
          <a:solidFill>
            <a:srgbClr val="780373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defTabSz="914400">
              <a:lnSpc>
                <a:spcPct val="100000"/>
              </a:lnSpc>
            </a:pPr>
            <a:endParaRPr lang="en-US" sz="1400" b="1" u="none" strike="noStrike">
              <a:solidFill>
                <a:srgbClr val="dddddd"/>
              </a:solidFill>
              <a:effectLst/>
              <a:uFillTx/>
              <a:latin typeface="DejaVu Sans"/>
              <a:ea typeface="DejaVu Sans"/>
            </a:endParaRPr>
          </a:p>
        </p:txBody>
      </p:sp>
      <p:sp>
        <p:nvSpPr>
          <p:cNvPr id="8" name="PlaceHolder 1"/>
          <p:cNvSpPr>
            <a:spLocks noGrp="1"/>
          </p:cNvSpPr>
          <p:nvPr>
            <p:ph type="dt" idx="1"/>
          </p:nvPr>
        </p:nvSpPr>
        <p:spPr>
          <a:xfrm>
            <a:off x="360000" y="5220000"/>
            <a:ext cx="2337120" cy="213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spAutoFit/>
          </a:bodyPr>
          <a:lstStyle>
            <a:lvl1pPr indent="0" defTabSz="914400">
              <a:lnSpc>
                <a:spcPct val="100000"/>
              </a:lnSpc>
              <a:buNone/>
              <a:tabLst>
                <a:tab algn="l" pos="0"/>
              </a:tabLst>
              <a:defRPr lang="en-US" sz="1400" b="0" u="none" strike="noStrike">
                <a:solidFill>
                  <a:srgbClr val="dddddd"/>
                </a:solidFill>
                <a:effectLst/>
                <a:uFillTx/>
                <a:latin typeface="DejaVu Sans"/>
                <a:ea typeface="DejaVu Sans"/>
              </a:defRPr>
            </a:lvl1pPr>
          </a:lstStyle>
          <a:p>
            <a:pPr indent="0" defTabSz="914400">
              <a:lnSpc>
                <a:spcPct val="100000"/>
              </a:lnSpc>
              <a:buNone/>
              <a:tabLst>
                <a:tab algn="l" pos="0"/>
              </a:tabLst>
            </a:pPr>
            <a:r>
              <a:rPr lang="en-US" sz="1400" b="0" u="none" strike="noStrike">
                <a:solidFill>
                  <a:srgbClr val="dddddd"/>
                </a:solidFill>
                <a:effectLst/>
                <a:uFillTx/>
                <a:latin typeface="DejaVu Sans"/>
                <a:ea typeface="DejaVu Sans"/>
              </a:rPr>
              <a:t>&lt;date/time&gt;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FreeSerif"/>
            </a:endParaRPr>
          </a:p>
        </p:txBody>
      </p:sp>
      <p:sp>
        <p:nvSpPr>
          <p:cNvPr id="9" name="PlaceHolder 2"/>
          <p:cNvSpPr>
            <a:spLocks noGrp="1"/>
          </p:cNvSpPr>
          <p:nvPr>
            <p:ph type="ftr" idx="2"/>
          </p:nvPr>
        </p:nvSpPr>
        <p:spPr>
          <a:xfrm>
            <a:off x="3420000" y="5220000"/>
            <a:ext cx="3237120" cy="213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spAutoFit/>
          </a:bodyPr>
          <a:lstStyle>
            <a:lvl1pPr indent="0" algn="ctr" defTabSz="914400">
              <a:lnSpc>
                <a:spcPct val="100000"/>
              </a:lnSpc>
              <a:buNone/>
              <a:tabLst>
                <a:tab algn="l" pos="0"/>
              </a:tabLst>
              <a:defRPr lang="en-US" sz="1400" b="0" u="none" strike="noStrike">
                <a:solidFill>
                  <a:srgbClr val="dddddd"/>
                </a:solidFill>
                <a:effectLst/>
                <a:uFillTx/>
                <a:latin typeface="DejaVu Sans"/>
                <a:ea typeface="DejaVu Sans"/>
              </a:defRPr>
            </a:lvl1pPr>
          </a:lstStyle>
          <a:p>
            <a:pPr indent="0" algn="ctr" defTabSz="914400">
              <a:lnSpc>
                <a:spcPct val="100000"/>
              </a:lnSpc>
              <a:buNone/>
              <a:tabLst>
                <a:tab algn="l" pos="0"/>
              </a:tabLst>
            </a:pPr>
            <a:r>
              <a:rPr lang="en-US" sz="1400" b="0" u="none" strike="noStrike">
                <a:solidFill>
                  <a:srgbClr val="dddddd"/>
                </a:solidFill>
                <a:effectLst/>
                <a:uFillTx/>
                <a:latin typeface="DejaVu Sans"/>
                <a:ea typeface="DejaVu Sans"/>
              </a:rPr>
              <a:t>&lt;footer&gt;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FreeSerif"/>
            </a:endParaRPr>
          </a:p>
        </p:txBody>
      </p:sp>
      <p:sp>
        <p:nvSpPr>
          <p:cNvPr id="10" name="PlaceHolder 3"/>
          <p:cNvSpPr>
            <a:spLocks noGrp="1"/>
          </p:cNvSpPr>
          <p:nvPr>
            <p:ph type="sldNum" idx="3"/>
          </p:nvPr>
        </p:nvSpPr>
        <p:spPr>
          <a:xfrm>
            <a:off x="7380000" y="5220000"/>
            <a:ext cx="2337120" cy="213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sp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algn="l" pos="0"/>
              </a:tabLst>
              <a:defRPr lang="en-US" sz="1400" b="0" u="none" strike="noStrike">
                <a:solidFill>
                  <a:srgbClr val="dddddd"/>
                </a:solidFill>
                <a:effectLst/>
                <a:uFillTx/>
                <a:latin typeface="DejaVu Sans"/>
                <a:ea typeface="DejaVu Sans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algn="l" pos="0"/>
              </a:tabLst>
            </a:pPr>
            <a:fld id="{E3CE591E-619D-4C6F-B105-81ACA35D020C}" type="slidenum">
              <a:rPr lang="en-US" sz="1400" b="0" u="none" strike="noStrike">
                <a:solidFill>
                  <a:srgbClr val="dddddd"/>
                </a:solidFill>
                <a:effectLst/>
                <a:uFillTx/>
                <a:latin typeface="DejaVu Sans"/>
                <a:ea typeface="DejaVu Sans"/>
              </a:rPr>
              <a:t>&lt;number&gt;</a:t>
            </a:fld>
            <a:endParaRPr lang="en-US" sz="1400" b="0" u="none" strike="noStrike">
              <a:solidFill>
                <a:srgbClr val="000000"/>
              </a:solidFill>
              <a:effectLst/>
              <a:uFillTx/>
              <a:latin typeface="FreeSerif"/>
            </a:endParaRPr>
          </a:p>
        </p:txBody>
      </p:sp>
      <p:sp>
        <p:nvSpPr>
          <p:cNvPr id="11" name="PlaceHolder 4"/>
          <p:cNvSpPr>
            <a:spLocks noGrp="1"/>
          </p:cNvSpPr>
          <p:nvPr>
            <p:ph type="body"/>
          </p:nvPr>
        </p:nvSpPr>
        <p:spPr>
          <a:xfrm>
            <a:off x="3780000" y="1980000"/>
            <a:ext cx="2517120" cy="17971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47500" lnSpcReduction="19999"/>
          </a:bodyPr>
          <a:p>
            <a:pPr marL="228600" indent="0" algn="ctr" defTabSz="914400">
              <a:lnSpc>
                <a:spcPct val="100000"/>
              </a:lnSpc>
              <a:spcBef>
                <a:spcPts val="1001"/>
              </a:spcBef>
              <a:spcAft>
                <a:spcPts val="1060"/>
              </a:spcAft>
              <a:buNone/>
              <a:tabLst>
                <a:tab algn="l" pos="0"/>
              </a:tabLst>
            </a:pPr>
            <a:r>
              <a:rPr lang="en-US" sz="2400" b="0" u="none" strike="noStrike">
                <a:solidFill>
                  <a:srgbClr val="666666"/>
                </a:solidFill>
                <a:effectLst/>
                <a:uFillTx/>
                <a:latin typeface="DejaVu Sans"/>
                <a:ea typeface="DejaVu Sans"/>
              </a:rPr>
              <a:t>Click to edit the outline text format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FreeSerif"/>
            </a:endParaRPr>
          </a:p>
          <a:p>
            <a:pPr marL="228600" indent="0" algn="ctr" defTabSz="914400">
              <a:lnSpc>
                <a:spcPct val="100000"/>
              </a:lnSpc>
              <a:spcBef>
                <a:spcPts val="1001"/>
              </a:spcBef>
              <a:spcAft>
                <a:spcPts val="848"/>
              </a:spcAft>
              <a:buNone/>
              <a:tabLst>
                <a:tab algn="l" pos="0"/>
              </a:tabLst>
            </a:pPr>
            <a:r>
              <a:rPr lang="en-US" sz="2200" b="0" u="none" strike="noStrike">
                <a:solidFill>
                  <a:srgbClr val="666666"/>
                </a:solidFill>
                <a:effectLst/>
                <a:uFillTx/>
                <a:latin typeface="DejaVu Sans"/>
                <a:ea typeface="DejaVu Sans"/>
              </a:rPr>
              <a:t>Second Outline Level</a:t>
            </a:r>
            <a:endParaRPr lang="en-US" sz="2200" b="0" u="none" strike="noStrike">
              <a:solidFill>
                <a:srgbClr val="000000"/>
              </a:solidFill>
              <a:effectLst/>
              <a:uFillTx/>
              <a:latin typeface="FreeSerif"/>
            </a:endParaRPr>
          </a:p>
          <a:p>
            <a:pPr marL="228600" indent="0" algn="ctr" defTabSz="914400">
              <a:lnSpc>
                <a:spcPct val="100000"/>
              </a:lnSpc>
              <a:spcBef>
                <a:spcPts val="1001"/>
              </a:spcBef>
              <a:spcAft>
                <a:spcPts val="635"/>
              </a:spcAft>
              <a:buNone/>
              <a:tabLst>
                <a:tab algn="l" pos="0"/>
              </a:tabLst>
            </a:pPr>
            <a:r>
              <a:rPr lang="en-US" sz="2000" b="0" u="none" strike="noStrike">
                <a:solidFill>
                  <a:srgbClr val="666666"/>
                </a:solidFill>
                <a:effectLst/>
                <a:uFillTx/>
                <a:latin typeface="DejaVu Sans"/>
                <a:ea typeface="DejaVu Sans"/>
              </a:rPr>
              <a:t>Third Outline Level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FreeSerif"/>
            </a:endParaRPr>
          </a:p>
          <a:p>
            <a:pPr marL="228600" indent="0" algn="ctr" defTabSz="914400">
              <a:lnSpc>
                <a:spcPct val="100000"/>
              </a:lnSpc>
              <a:spcBef>
                <a:spcPts val="1001"/>
              </a:spcBef>
              <a:spcAft>
                <a:spcPts val="422"/>
              </a:spcAft>
              <a:buNone/>
              <a:tabLst>
                <a:tab algn="l" pos="0"/>
              </a:tabLst>
            </a:pPr>
            <a:r>
              <a:rPr lang="en-US" sz="1800" b="0" u="none" strike="noStrike">
                <a:solidFill>
                  <a:srgbClr val="666666"/>
                </a:solidFill>
                <a:effectLst/>
                <a:uFillTx/>
                <a:latin typeface="DejaVu Sans"/>
                <a:ea typeface="DejaVu Sans"/>
              </a:rPr>
              <a:t>Fourth Outline Level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FreeSerif"/>
            </a:endParaRPr>
          </a:p>
          <a:p>
            <a:pPr marL="228600" indent="0" algn="ctr" defTabSz="914400">
              <a:lnSpc>
                <a:spcPct val="100000"/>
              </a:lnSpc>
              <a:spcBef>
                <a:spcPts val="1001"/>
              </a:spcBef>
              <a:spcAft>
                <a:spcPts val="213"/>
              </a:spcAft>
              <a:buNone/>
              <a:tabLst>
                <a:tab algn="l" pos="0"/>
              </a:tabLst>
            </a:pPr>
            <a:r>
              <a:rPr lang="en-US" sz="1600" b="0" u="none" strike="noStrike">
                <a:solidFill>
                  <a:srgbClr val="666666"/>
                </a:solidFill>
                <a:effectLst/>
                <a:uFillTx/>
                <a:latin typeface="DejaVu Sans"/>
                <a:ea typeface="DejaVu Sans"/>
              </a:rPr>
              <a:t>Fifth Outline Level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FreeSerif"/>
            </a:endParaRPr>
          </a:p>
          <a:p>
            <a:pPr marL="228600" indent="0" algn="ctr" defTabSz="914400">
              <a:lnSpc>
                <a:spcPct val="100000"/>
              </a:lnSpc>
              <a:spcBef>
                <a:spcPts val="1001"/>
              </a:spcBef>
              <a:spcAft>
                <a:spcPts val="213"/>
              </a:spcAft>
              <a:buNone/>
              <a:tabLst>
                <a:tab algn="l" pos="0"/>
              </a:tabLst>
            </a:pPr>
            <a:r>
              <a:rPr lang="en-US" sz="1400" b="0" u="none" strike="noStrike">
                <a:solidFill>
                  <a:srgbClr val="666666"/>
                </a:solidFill>
                <a:effectLst/>
                <a:uFillTx/>
                <a:latin typeface="DejaVu Sans"/>
                <a:ea typeface="DejaVu Sans"/>
              </a:rPr>
              <a:t>Sixth Outline Level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FreeSerif"/>
            </a:endParaRPr>
          </a:p>
          <a:p>
            <a:pPr marL="228600" indent="0" algn="ctr" defTabSz="914400">
              <a:lnSpc>
                <a:spcPct val="100000"/>
              </a:lnSpc>
              <a:spcBef>
                <a:spcPts val="1001"/>
              </a:spcBef>
              <a:spcAft>
                <a:spcPts val="213"/>
              </a:spcAft>
              <a:buNone/>
              <a:tabLst>
                <a:tab algn="l" pos="0"/>
              </a:tabLst>
            </a:pPr>
            <a:r>
              <a:rPr lang="en-US" sz="1400" b="0" u="none" strike="noStrike">
                <a:solidFill>
                  <a:srgbClr val="666666"/>
                </a:solidFill>
                <a:effectLst/>
                <a:uFillTx/>
                <a:latin typeface="DejaVu Sans"/>
                <a:ea typeface="DejaVu Sans"/>
              </a:rPr>
              <a:t>Seventh Outline Level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FreeSerif"/>
            </a:endParaRPr>
          </a:p>
        </p:txBody>
      </p:sp>
      <p:sp>
        <p:nvSpPr>
          <p:cNvPr id="12" name="PlaceHolder 5"/>
          <p:cNvSpPr>
            <a:spLocks noGrp="1"/>
          </p:cNvSpPr>
          <p:nvPr>
            <p:ph type="title"/>
          </p:nvPr>
        </p:nvSpPr>
        <p:spPr>
          <a:xfrm>
            <a:off x="540000" y="180000"/>
            <a:ext cx="3957120" cy="8971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 defTabSz="914400">
              <a:lnSpc>
                <a:spcPct val="100000"/>
              </a:lnSpc>
              <a:buNone/>
              <a:tabLst>
                <a:tab algn="l" pos="0"/>
              </a:tabLst>
            </a:pPr>
            <a:r>
              <a:rPr lang="en-US" sz="3200" b="0" u="none" strike="noStrike">
                <a:solidFill>
                  <a:srgbClr val="ffffff"/>
                </a:solidFill>
                <a:effectLst/>
                <a:uFillTx/>
                <a:latin typeface="DejaVu Sans"/>
                <a:ea typeface="DejaVu Sans"/>
              </a:rPr>
              <a:t>Click to edit the title text format</a:t>
            </a:r>
            <a:endParaRPr lang="en-US" sz="3200" b="0" u="none" strike="noStrike">
              <a:solidFill>
                <a:srgbClr val="000000"/>
              </a:solidFill>
              <a:effectLst/>
              <a:uFillTx/>
              <a:latin typeface="FreeSerif"/>
            </a:endParaRPr>
          </a:p>
        </p:txBody>
      </p:sp>
    </p:spTree>
  </p:cSld>
</p:sldLayout>
</file>

<file path=ppt/slideLayouts/slideLayout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" preserve="1">
  <p:cSld name="Default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Freeform: Shape 10"/>
          <p:cNvSpPr/>
          <p:nvPr/>
        </p:nvSpPr>
        <p:spPr>
          <a:xfrm>
            <a:off x="0" y="0"/>
            <a:ext cx="4857480" cy="2877480"/>
          </a:xfrm>
          <a:custGeom>
            <a:avLst/>
            <a:gdLst>
              <a:gd name="textAreaLeft" fmla="*/ 0 w 4857480"/>
              <a:gd name="textAreaRight" fmla="*/ 4860360 w 4857480"/>
              <a:gd name="textAreaTop" fmla="*/ 0 h 2877480"/>
              <a:gd name="textAreaBottom" fmla="*/ 2880360 h 2877480"/>
            </a:gdLst>
            <a:ahLst/>
            <a:cxnLst/>
            <a:rect l="textAreaLeft" t="textAreaTop" r="textAreaRight" b="textAreaBottom"/>
            <a:pathLst>
              <a:path w="13501" h="8001">
                <a:moveTo>
                  <a:pt x="0" y="0"/>
                </a:moveTo>
                <a:lnTo>
                  <a:pt x="0" y="500"/>
                </a:lnTo>
                <a:lnTo>
                  <a:pt x="10405" y="8001"/>
                </a:lnTo>
                <a:lnTo>
                  <a:pt x="13501" y="0"/>
                </a:lnTo>
                <a:lnTo>
                  <a:pt x="0" y="0"/>
                </a:lnTo>
                <a:close/>
              </a:path>
            </a:pathLst>
          </a:custGeom>
          <a:solidFill>
            <a:srgbClr val="f10d0c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defTabSz="914400">
              <a:lnSpc>
                <a:spcPct val="100000"/>
              </a:lnSpc>
            </a:pPr>
            <a:endParaRPr lang="en-US" sz="1400" b="1" u="none" strike="noStrike">
              <a:solidFill>
                <a:srgbClr val="dddddd"/>
              </a:solidFill>
              <a:effectLst/>
              <a:uFillTx/>
              <a:latin typeface="DejaVu Sans"/>
              <a:ea typeface="DejaVu Sans"/>
            </a:endParaRPr>
          </a:p>
        </p:txBody>
      </p:sp>
      <p:sp>
        <p:nvSpPr>
          <p:cNvPr id="14" name="Freeform: Shape 11"/>
          <p:cNvSpPr/>
          <p:nvPr/>
        </p:nvSpPr>
        <p:spPr>
          <a:xfrm>
            <a:off x="4320000" y="0"/>
            <a:ext cx="5757480" cy="2157480"/>
          </a:xfrm>
          <a:custGeom>
            <a:avLst/>
            <a:gdLst>
              <a:gd name="textAreaLeft" fmla="*/ 0 w 5757480"/>
              <a:gd name="textAreaRight" fmla="*/ 5760360 w 5757480"/>
              <a:gd name="textAreaTop" fmla="*/ 0 h 2157480"/>
              <a:gd name="textAreaBottom" fmla="*/ 2160360 h 2157480"/>
            </a:gdLst>
            <a:ahLst/>
            <a:cxnLst/>
            <a:rect l="textAreaLeft" t="textAreaTop" r="textAreaRight" b="textAreaBottom"/>
            <a:pathLst>
              <a:path w="16001" h="6001">
                <a:moveTo>
                  <a:pt x="16001" y="0"/>
                </a:moveTo>
                <a:lnTo>
                  <a:pt x="2500" y="0"/>
                </a:lnTo>
                <a:lnTo>
                  <a:pt x="0" y="6001"/>
                </a:lnTo>
                <a:lnTo>
                  <a:pt x="16001" y="2500"/>
                </a:lnTo>
                <a:lnTo>
                  <a:pt x="16001" y="0"/>
                </a:lnTo>
                <a:close/>
              </a:path>
            </a:pathLst>
          </a:custGeom>
          <a:solidFill>
            <a:srgbClr val="ea750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defTabSz="914400">
              <a:lnSpc>
                <a:spcPct val="100000"/>
              </a:lnSpc>
            </a:pPr>
            <a:endParaRPr lang="en-US" sz="1400" b="1" u="none" strike="noStrike">
              <a:solidFill>
                <a:srgbClr val="dddddd"/>
              </a:solidFill>
              <a:effectLst/>
              <a:uFillTx/>
              <a:latin typeface="DejaVu Sans"/>
              <a:ea typeface="DejaVu Sans"/>
            </a:endParaRPr>
          </a:p>
        </p:txBody>
      </p:sp>
      <p:sp>
        <p:nvSpPr>
          <p:cNvPr id="15" name="Freeform: Shape 12"/>
          <p:cNvSpPr/>
          <p:nvPr/>
        </p:nvSpPr>
        <p:spPr>
          <a:xfrm>
            <a:off x="5580000" y="1260000"/>
            <a:ext cx="4497480" cy="3777480"/>
          </a:xfrm>
          <a:custGeom>
            <a:avLst/>
            <a:gdLst>
              <a:gd name="textAreaLeft" fmla="*/ 0 w 4497480"/>
              <a:gd name="textAreaRight" fmla="*/ 4500360 w 4497480"/>
              <a:gd name="textAreaTop" fmla="*/ 0 h 3777480"/>
              <a:gd name="textAreaBottom" fmla="*/ 3780360 h 3777480"/>
            </a:gdLst>
            <a:ahLst/>
            <a:cxnLst/>
            <a:rect l="textAreaLeft" t="textAreaTop" r="textAreaRight" b="textAreaBottom"/>
            <a:pathLst>
              <a:path w="12501" h="10501">
                <a:moveTo>
                  <a:pt x="12501" y="10501"/>
                </a:moveTo>
                <a:lnTo>
                  <a:pt x="12501" y="0"/>
                </a:lnTo>
                <a:lnTo>
                  <a:pt x="0" y="2500"/>
                </a:lnTo>
                <a:lnTo>
                  <a:pt x="12501" y="10501"/>
                </a:lnTo>
                <a:close/>
              </a:path>
            </a:pathLst>
          </a:custGeom>
          <a:solidFill>
            <a:srgbClr val="e8a202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defTabSz="914400">
              <a:lnSpc>
                <a:spcPct val="100000"/>
              </a:lnSpc>
            </a:pPr>
            <a:endParaRPr lang="en-US" sz="1400" b="1" u="none" strike="noStrike">
              <a:solidFill>
                <a:srgbClr val="dddddd"/>
              </a:solidFill>
              <a:effectLst/>
              <a:uFillTx/>
              <a:latin typeface="DejaVu Sans"/>
              <a:ea typeface="DejaVu Sans"/>
            </a:endParaRPr>
          </a:p>
        </p:txBody>
      </p:sp>
      <p:sp>
        <p:nvSpPr>
          <p:cNvPr id="16" name="Freeform: Shape 13"/>
          <p:cNvSpPr/>
          <p:nvPr/>
        </p:nvSpPr>
        <p:spPr>
          <a:xfrm>
            <a:off x="5580000" y="3060000"/>
            <a:ext cx="4497480" cy="2607480"/>
          </a:xfrm>
          <a:custGeom>
            <a:avLst/>
            <a:gdLst>
              <a:gd name="textAreaLeft" fmla="*/ 0 w 4497480"/>
              <a:gd name="textAreaRight" fmla="*/ 4500360 w 4497480"/>
              <a:gd name="textAreaTop" fmla="*/ 0 h 2607480"/>
              <a:gd name="textAreaBottom" fmla="*/ 2610360 h 2607480"/>
            </a:gdLst>
            <a:ahLst/>
            <a:cxnLst/>
            <a:rect l="textAreaLeft" t="textAreaTop" r="textAreaRight" b="textAreaBottom"/>
            <a:pathLst>
              <a:path w="12501" h="7251">
                <a:moveTo>
                  <a:pt x="12501" y="7251"/>
                </a:moveTo>
                <a:lnTo>
                  <a:pt x="12501" y="6501"/>
                </a:lnTo>
                <a:lnTo>
                  <a:pt x="2000" y="0"/>
                </a:lnTo>
                <a:lnTo>
                  <a:pt x="0" y="7251"/>
                </a:lnTo>
                <a:lnTo>
                  <a:pt x="12501" y="7251"/>
                </a:lnTo>
                <a:close/>
              </a:path>
            </a:pathLst>
          </a:custGeom>
          <a:solidFill>
            <a:srgbClr val="168253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defTabSz="914400">
              <a:lnSpc>
                <a:spcPct val="100000"/>
              </a:lnSpc>
            </a:pPr>
            <a:endParaRPr lang="en-US" sz="1400" b="1" u="none" strike="noStrike">
              <a:solidFill>
                <a:srgbClr val="dddddd"/>
              </a:solidFill>
              <a:effectLst/>
              <a:uFillTx/>
              <a:latin typeface="DejaVu Sans"/>
              <a:ea typeface="DejaVu Sans"/>
            </a:endParaRPr>
          </a:p>
        </p:txBody>
      </p:sp>
      <p:sp>
        <p:nvSpPr>
          <p:cNvPr id="17" name="Freeform: Shape 14"/>
          <p:cNvSpPr/>
          <p:nvPr/>
        </p:nvSpPr>
        <p:spPr>
          <a:xfrm>
            <a:off x="0" y="3762000"/>
            <a:ext cx="5757480" cy="1905480"/>
          </a:xfrm>
          <a:custGeom>
            <a:avLst/>
            <a:gdLst>
              <a:gd name="textAreaLeft" fmla="*/ 0 w 5757480"/>
              <a:gd name="textAreaRight" fmla="*/ 5760360 w 5757480"/>
              <a:gd name="textAreaTop" fmla="*/ 0 h 1905480"/>
              <a:gd name="textAreaBottom" fmla="*/ 1908360 h 1905480"/>
            </a:gdLst>
            <a:ahLst/>
            <a:cxnLst/>
            <a:rect l="textAreaLeft" t="textAreaTop" r="textAreaRight" b="textAreaBottom"/>
            <a:pathLst>
              <a:path w="16001" h="5301">
                <a:moveTo>
                  <a:pt x="0" y="5301"/>
                </a:moveTo>
                <a:lnTo>
                  <a:pt x="14501" y="5301"/>
                </a:lnTo>
                <a:lnTo>
                  <a:pt x="16001" y="0"/>
                </a:lnTo>
                <a:lnTo>
                  <a:pt x="0" y="2546"/>
                </a:lnTo>
                <a:lnTo>
                  <a:pt x="0" y="5301"/>
                </a:lnTo>
                <a:close/>
              </a:path>
            </a:pathLst>
          </a:custGeom>
          <a:solidFill>
            <a:srgbClr val="3465a4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defTabSz="914400">
              <a:lnSpc>
                <a:spcPct val="100000"/>
              </a:lnSpc>
            </a:pPr>
            <a:endParaRPr lang="en-US" sz="1400" b="1" u="none" strike="noStrike">
              <a:solidFill>
                <a:srgbClr val="dddddd"/>
              </a:solidFill>
              <a:effectLst/>
              <a:uFillTx/>
              <a:latin typeface="DejaVu Sans"/>
              <a:ea typeface="DejaVu Sans"/>
            </a:endParaRPr>
          </a:p>
        </p:txBody>
      </p:sp>
      <p:sp>
        <p:nvSpPr>
          <p:cNvPr id="18" name="Freeform: Shape 15"/>
          <p:cNvSpPr/>
          <p:nvPr/>
        </p:nvSpPr>
        <p:spPr>
          <a:xfrm>
            <a:off x="0" y="540000"/>
            <a:ext cx="4317480" cy="3777480"/>
          </a:xfrm>
          <a:custGeom>
            <a:avLst/>
            <a:gdLst>
              <a:gd name="textAreaLeft" fmla="*/ 0 w 4317480"/>
              <a:gd name="textAreaRight" fmla="*/ 4320360 w 4317480"/>
              <a:gd name="textAreaTop" fmla="*/ 0 h 3777480"/>
              <a:gd name="textAreaBottom" fmla="*/ 3780360 h 3777480"/>
            </a:gdLst>
            <a:ahLst/>
            <a:cxnLst/>
            <a:rect l="textAreaLeft" t="textAreaTop" r="textAreaRight" b="textAreaBottom"/>
            <a:pathLst>
              <a:path w="12001" h="10501">
                <a:moveTo>
                  <a:pt x="0" y="0"/>
                </a:moveTo>
                <a:lnTo>
                  <a:pt x="0" y="10501"/>
                </a:lnTo>
                <a:lnTo>
                  <a:pt x="12001" y="8501"/>
                </a:lnTo>
                <a:lnTo>
                  <a:pt x="0" y="0"/>
                </a:lnTo>
                <a:close/>
              </a:path>
            </a:pathLst>
          </a:custGeom>
          <a:solidFill>
            <a:srgbClr val="780373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defTabSz="914400">
              <a:lnSpc>
                <a:spcPct val="100000"/>
              </a:lnSpc>
            </a:pPr>
            <a:endParaRPr lang="en-US" sz="1400" b="1" u="none" strike="noStrike">
              <a:solidFill>
                <a:srgbClr val="dddddd"/>
              </a:solidFill>
              <a:effectLst/>
              <a:uFillTx/>
              <a:latin typeface="DejaVu Sans"/>
              <a:ea typeface="DejaVu Sans"/>
            </a:endParaRPr>
          </a:p>
        </p:txBody>
      </p:sp>
      <p:sp>
        <p:nvSpPr>
          <p:cNvPr id="19" name="PlaceHolder 1"/>
          <p:cNvSpPr>
            <a:spLocks noGrp="1"/>
          </p:cNvSpPr>
          <p:nvPr>
            <p:ph type="dt" idx="4"/>
          </p:nvPr>
        </p:nvSpPr>
        <p:spPr>
          <a:xfrm>
            <a:off x="360000" y="5220000"/>
            <a:ext cx="2337120" cy="213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spAutoFit/>
          </a:bodyPr>
          <a:lstStyle>
            <a:lvl1pPr indent="0" defTabSz="914400">
              <a:lnSpc>
                <a:spcPct val="100000"/>
              </a:lnSpc>
              <a:buNone/>
              <a:tabLst>
                <a:tab algn="l" pos="0"/>
              </a:tabLst>
              <a:defRPr lang="en-US" sz="1400" b="0" u="none" strike="noStrike">
                <a:solidFill>
                  <a:srgbClr val="dddddd"/>
                </a:solidFill>
                <a:effectLst/>
                <a:uFillTx/>
                <a:latin typeface="DejaVu Sans"/>
                <a:ea typeface="DejaVu Sans"/>
              </a:defRPr>
            </a:lvl1pPr>
          </a:lstStyle>
          <a:p>
            <a:pPr indent="0" defTabSz="914400">
              <a:lnSpc>
                <a:spcPct val="100000"/>
              </a:lnSpc>
              <a:buNone/>
              <a:tabLst>
                <a:tab algn="l" pos="0"/>
              </a:tabLst>
            </a:pPr>
            <a:r>
              <a:rPr lang="en-US" sz="1400" b="0" u="none" strike="noStrike">
                <a:solidFill>
                  <a:srgbClr val="dddddd"/>
                </a:solidFill>
                <a:effectLst/>
                <a:uFillTx/>
                <a:latin typeface="DejaVu Sans"/>
                <a:ea typeface="DejaVu Sans"/>
              </a:rPr>
              <a:t>&lt;date/time&gt;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FreeSerif"/>
            </a:endParaRPr>
          </a:p>
        </p:txBody>
      </p:sp>
      <p:sp>
        <p:nvSpPr>
          <p:cNvPr id="20" name="PlaceHolder 2"/>
          <p:cNvSpPr>
            <a:spLocks noGrp="1"/>
          </p:cNvSpPr>
          <p:nvPr>
            <p:ph type="ftr" idx="5"/>
          </p:nvPr>
        </p:nvSpPr>
        <p:spPr>
          <a:xfrm>
            <a:off x="3420000" y="5220000"/>
            <a:ext cx="3237120" cy="213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spAutoFit/>
          </a:bodyPr>
          <a:lstStyle>
            <a:lvl1pPr indent="0" algn="ctr" defTabSz="914400">
              <a:lnSpc>
                <a:spcPct val="100000"/>
              </a:lnSpc>
              <a:buNone/>
              <a:tabLst>
                <a:tab algn="l" pos="0"/>
              </a:tabLst>
              <a:defRPr lang="en-US" sz="1400" b="0" u="none" strike="noStrike">
                <a:solidFill>
                  <a:srgbClr val="dddddd"/>
                </a:solidFill>
                <a:effectLst/>
                <a:uFillTx/>
                <a:latin typeface="DejaVu Sans"/>
                <a:ea typeface="DejaVu Sans"/>
              </a:defRPr>
            </a:lvl1pPr>
          </a:lstStyle>
          <a:p>
            <a:pPr indent="0" algn="ctr" defTabSz="914400">
              <a:lnSpc>
                <a:spcPct val="100000"/>
              </a:lnSpc>
              <a:buNone/>
              <a:tabLst>
                <a:tab algn="l" pos="0"/>
              </a:tabLst>
            </a:pPr>
            <a:r>
              <a:rPr lang="en-US" sz="1400" b="0" u="none" strike="noStrike">
                <a:solidFill>
                  <a:srgbClr val="dddddd"/>
                </a:solidFill>
                <a:effectLst/>
                <a:uFillTx/>
                <a:latin typeface="DejaVu Sans"/>
                <a:ea typeface="DejaVu Sans"/>
              </a:rPr>
              <a:t>&lt;footer&gt;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FreeSerif"/>
            </a:endParaRPr>
          </a:p>
        </p:txBody>
      </p:sp>
      <p:sp>
        <p:nvSpPr>
          <p:cNvPr id="21" name="PlaceHolder 3"/>
          <p:cNvSpPr>
            <a:spLocks noGrp="1"/>
          </p:cNvSpPr>
          <p:nvPr>
            <p:ph type="sldNum" idx="6"/>
          </p:nvPr>
        </p:nvSpPr>
        <p:spPr>
          <a:xfrm>
            <a:off x="7380000" y="5220000"/>
            <a:ext cx="2337120" cy="213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sp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algn="l" pos="0"/>
              </a:tabLst>
              <a:defRPr lang="en-US" sz="1400" b="0" u="none" strike="noStrike">
                <a:solidFill>
                  <a:srgbClr val="dddddd"/>
                </a:solidFill>
                <a:effectLst/>
                <a:uFillTx/>
                <a:latin typeface="DejaVu Sans"/>
                <a:ea typeface="DejaVu Sans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algn="l" pos="0"/>
              </a:tabLst>
            </a:pPr>
            <a:fld id="{BFA6B56C-D456-4E2F-9B70-13AC29585DAC}" type="slidenum">
              <a:rPr lang="en-US" sz="1400" b="0" u="none" strike="noStrike">
                <a:solidFill>
                  <a:srgbClr val="dddddd"/>
                </a:solidFill>
                <a:effectLst/>
                <a:uFillTx/>
                <a:latin typeface="DejaVu Sans"/>
                <a:ea typeface="DejaVu Sans"/>
              </a:rPr>
              <a:t>&lt;number&gt;</a:t>
            </a:fld>
            <a:endParaRPr lang="en-US" sz="1400" b="0" u="none" strike="noStrike">
              <a:solidFill>
                <a:srgbClr val="000000"/>
              </a:solidFill>
              <a:effectLst/>
              <a:uFillTx/>
              <a:latin typeface="FreeSerif"/>
            </a:endParaRPr>
          </a:p>
        </p:txBody>
      </p:sp>
      <p:sp>
        <p:nvSpPr>
          <p:cNvPr id="22" name="PlaceHolder 4"/>
          <p:cNvSpPr>
            <a:spLocks noGrp="1"/>
          </p:cNvSpPr>
          <p:nvPr>
            <p:ph type="body"/>
          </p:nvPr>
        </p:nvSpPr>
        <p:spPr>
          <a:xfrm>
            <a:off x="3780000" y="1980000"/>
            <a:ext cx="2517120" cy="17971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47500" lnSpcReduction="19999"/>
          </a:bodyPr>
          <a:p>
            <a:pPr marL="228600" indent="0" algn="ctr" defTabSz="914400">
              <a:lnSpc>
                <a:spcPct val="100000"/>
              </a:lnSpc>
              <a:spcBef>
                <a:spcPts val="1001"/>
              </a:spcBef>
              <a:spcAft>
                <a:spcPts val="1060"/>
              </a:spcAft>
              <a:buNone/>
              <a:tabLst>
                <a:tab algn="l" pos="0"/>
              </a:tabLst>
            </a:pPr>
            <a:r>
              <a:rPr lang="en-US" sz="2400" b="0" u="none" strike="noStrike">
                <a:solidFill>
                  <a:srgbClr val="666666"/>
                </a:solidFill>
                <a:effectLst/>
                <a:uFillTx/>
                <a:latin typeface="DejaVu Sans"/>
                <a:ea typeface="DejaVu Sans"/>
              </a:rPr>
              <a:t>Click to edit the outline text format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FreeSerif"/>
            </a:endParaRPr>
          </a:p>
          <a:p>
            <a:pPr marL="228600" indent="0" algn="ctr" defTabSz="914400">
              <a:lnSpc>
                <a:spcPct val="100000"/>
              </a:lnSpc>
              <a:spcBef>
                <a:spcPts val="1001"/>
              </a:spcBef>
              <a:spcAft>
                <a:spcPts val="848"/>
              </a:spcAft>
              <a:buNone/>
              <a:tabLst>
                <a:tab algn="l" pos="0"/>
              </a:tabLst>
            </a:pPr>
            <a:r>
              <a:rPr lang="en-US" sz="2200" b="0" u="none" strike="noStrike">
                <a:solidFill>
                  <a:srgbClr val="666666"/>
                </a:solidFill>
                <a:effectLst/>
                <a:uFillTx/>
                <a:latin typeface="DejaVu Sans"/>
                <a:ea typeface="DejaVu Sans"/>
              </a:rPr>
              <a:t>Second Outline Level</a:t>
            </a:r>
            <a:endParaRPr lang="en-US" sz="2200" b="0" u="none" strike="noStrike">
              <a:solidFill>
                <a:srgbClr val="000000"/>
              </a:solidFill>
              <a:effectLst/>
              <a:uFillTx/>
              <a:latin typeface="FreeSerif"/>
            </a:endParaRPr>
          </a:p>
          <a:p>
            <a:pPr marL="228600" indent="0" algn="ctr" defTabSz="914400">
              <a:lnSpc>
                <a:spcPct val="100000"/>
              </a:lnSpc>
              <a:spcBef>
                <a:spcPts val="1001"/>
              </a:spcBef>
              <a:spcAft>
                <a:spcPts val="635"/>
              </a:spcAft>
              <a:buNone/>
              <a:tabLst>
                <a:tab algn="l" pos="0"/>
              </a:tabLst>
            </a:pPr>
            <a:r>
              <a:rPr lang="en-US" sz="2000" b="0" u="none" strike="noStrike">
                <a:solidFill>
                  <a:srgbClr val="666666"/>
                </a:solidFill>
                <a:effectLst/>
                <a:uFillTx/>
                <a:latin typeface="DejaVu Sans"/>
                <a:ea typeface="DejaVu Sans"/>
              </a:rPr>
              <a:t>Third Outline Level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FreeSerif"/>
            </a:endParaRPr>
          </a:p>
          <a:p>
            <a:pPr marL="228600" indent="0" algn="ctr" defTabSz="914400">
              <a:lnSpc>
                <a:spcPct val="100000"/>
              </a:lnSpc>
              <a:spcBef>
                <a:spcPts val="1001"/>
              </a:spcBef>
              <a:spcAft>
                <a:spcPts val="422"/>
              </a:spcAft>
              <a:buNone/>
              <a:tabLst>
                <a:tab algn="l" pos="0"/>
              </a:tabLst>
            </a:pPr>
            <a:r>
              <a:rPr lang="en-US" sz="1800" b="0" u="none" strike="noStrike">
                <a:solidFill>
                  <a:srgbClr val="666666"/>
                </a:solidFill>
                <a:effectLst/>
                <a:uFillTx/>
                <a:latin typeface="DejaVu Sans"/>
                <a:ea typeface="DejaVu Sans"/>
              </a:rPr>
              <a:t>Fourth Outline Level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FreeSerif"/>
            </a:endParaRPr>
          </a:p>
          <a:p>
            <a:pPr marL="228600" indent="0" algn="ctr" defTabSz="914400">
              <a:lnSpc>
                <a:spcPct val="100000"/>
              </a:lnSpc>
              <a:spcBef>
                <a:spcPts val="1001"/>
              </a:spcBef>
              <a:spcAft>
                <a:spcPts val="213"/>
              </a:spcAft>
              <a:buNone/>
              <a:tabLst>
                <a:tab algn="l" pos="0"/>
              </a:tabLst>
            </a:pPr>
            <a:r>
              <a:rPr lang="en-US" sz="1600" b="0" u="none" strike="noStrike">
                <a:solidFill>
                  <a:srgbClr val="666666"/>
                </a:solidFill>
                <a:effectLst/>
                <a:uFillTx/>
                <a:latin typeface="DejaVu Sans"/>
                <a:ea typeface="DejaVu Sans"/>
              </a:rPr>
              <a:t>Fifth Outline Level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FreeSerif"/>
            </a:endParaRPr>
          </a:p>
          <a:p>
            <a:pPr marL="228600" indent="0" algn="ctr" defTabSz="914400">
              <a:lnSpc>
                <a:spcPct val="100000"/>
              </a:lnSpc>
              <a:spcBef>
                <a:spcPts val="1001"/>
              </a:spcBef>
              <a:spcAft>
                <a:spcPts val="213"/>
              </a:spcAft>
              <a:buNone/>
              <a:tabLst>
                <a:tab algn="l" pos="0"/>
              </a:tabLst>
            </a:pPr>
            <a:r>
              <a:rPr lang="en-US" sz="1400" b="0" u="none" strike="noStrike">
                <a:solidFill>
                  <a:srgbClr val="666666"/>
                </a:solidFill>
                <a:effectLst/>
                <a:uFillTx/>
                <a:latin typeface="DejaVu Sans"/>
                <a:ea typeface="DejaVu Sans"/>
              </a:rPr>
              <a:t>Sixth Outline Level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FreeSerif"/>
            </a:endParaRPr>
          </a:p>
          <a:p>
            <a:pPr marL="228600" indent="0" algn="ctr" defTabSz="914400">
              <a:lnSpc>
                <a:spcPct val="100000"/>
              </a:lnSpc>
              <a:spcBef>
                <a:spcPts val="1001"/>
              </a:spcBef>
              <a:spcAft>
                <a:spcPts val="213"/>
              </a:spcAft>
              <a:buNone/>
              <a:tabLst>
                <a:tab algn="l" pos="0"/>
              </a:tabLst>
            </a:pPr>
            <a:r>
              <a:rPr lang="en-US" sz="1400" b="0" u="none" strike="noStrike">
                <a:solidFill>
                  <a:srgbClr val="666666"/>
                </a:solidFill>
                <a:effectLst/>
                <a:uFillTx/>
                <a:latin typeface="DejaVu Sans"/>
                <a:ea typeface="DejaVu Sans"/>
              </a:rPr>
              <a:t>Seventh Outline Level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FreeSerif"/>
            </a:endParaRPr>
          </a:p>
        </p:txBody>
      </p:sp>
      <p:sp>
        <p:nvSpPr>
          <p:cNvPr id="23" name="PlaceHolder 5"/>
          <p:cNvSpPr>
            <a:spLocks noGrp="1"/>
          </p:cNvSpPr>
          <p:nvPr>
            <p:ph type="title"/>
          </p:nvPr>
        </p:nvSpPr>
        <p:spPr>
          <a:xfrm>
            <a:off x="540000" y="180000"/>
            <a:ext cx="3957120" cy="8971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 defTabSz="914400">
              <a:lnSpc>
                <a:spcPct val="100000"/>
              </a:lnSpc>
              <a:buNone/>
              <a:tabLst>
                <a:tab algn="l" pos="0"/>
              </a:tabLst>
            </a:pPr>
            <a:r>
              <a:rPr lang="en-US" sz="3200" b="0" u="none" strike="noStrike">
                <a:solidFill>
                  <a:srgbClr val="ffffff"/>
                </a:solidFill>
                <a:effectLst/>
                <a:uFillTx/>
                <a:latin typeface="DejaVu Sans"/>
                <a:ea typeface="DejaVu Sans"/>
              </a:rPr>
              <a:t>Click to edit the title text format</a:t>
            </a:r>
            <a:endParaRPr lang="en-US" sz="3200" b="0" u="none" strike="noStrike">
              <a:solidFill>
                <a:srgbClr val="000000"/>
              </a:solidFill>
              <a:effectLst/>
              <a:uFillTx/>
              <a:latin typeface="FreeSerif"/>
            </a:endParaRPr>
          </a:p>
        </p:txBody>
      </p:sp>
    </p:spTree>
  </p:cSld>
</p:sldLayout>
</file>

<file path=ppt/slideLayouts/slideLayout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x" preserve="1">
  <p:cSld name="Focus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Freeform: Shape 21"/>
          <p:cNvSpPr/>
          <p:nvPr/>
        </p:nvSpPr>
        <p:spPr>
          <a:xfrm>
            <a:off x="0" y="0"/>
            <a:ext cx="3273480" cy="3237480"/>
          </a:xfrm>
          <a:custGeom>
            <a:avLst/>
            <a:gdLst>
              <a:gd name="textAreaLeft" fmla="*/ 0 w 3273480"/>
              <a:gd name="textAreaRight" fmla="*/ 3276360 w 3273480"/>
              <a:gd name="textAreaTop" fmla="*/ 0 h 3237480"/>
              <a:gd name="textAreaBottom" fmla="*/ 3240360 h 3237480"/>
            </a:gdLst>
            <a:ahLst/>
            <a:cxnLst/>
            <a:rect l="textAreaLeft" t="textAreaTop" r="textAreaRight" b="textAreaBottom"/>
            <a:pathLst>
              <a:path w="9101" h="9001">
                <a:moveTo>
                  <a:pt x="0" y="0"/>
                </a:moveTo>
                <a:lnTo>
                  <a:pt x="9101" y="0"/>
                </a:lnTo>
                <a:lnTo>
                  <a:pt x="6101" y="9001"/>
                </a:lnTo>
                <a:lnTo>
                  <a:pt x="0" y="4501"/>
                </a:lnTo>
                <a:lnTo>
                  <a:pt x="0" y="0"/>
                </a:lnTo>
                <a:close/>
              </a:path>
            </a:pathLst>
          </a:custGeom>
          <a:solidFill>
            <a:srgbClr val="f10d0c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defTabSz="914400">
              <a:lnSpc>
                <a:spcPct val="100000"/>
              </a:lnSpc>
            </a:pPr>
            <a:endParaRPr lang="en-US" sz="1400" b="1" u="none" strike="noStrike">
              <a:solidFill>
                <a:srgbClr val="dddddd"/>
              </a:solidFill>
              <a:effectLst/>
              <a:uFillTx/>
              <a:latin typeface="DejaVu Sans"/>
              <a:ea typeface="DejaVu Sans"/>
            </a:endParaRPr>
          </a:p>
        </p:txBody>
      </p:sp>
      <p:sp>
        <p:nvSpPr>
          <p:cNvPr id="25" name="Freeform: Shape 22"/>
          <p:cNvSpPr/>
          <p:nvPr/>
        </p:nvSpPr>
        <p:spPr>
          <a:xfrm>
            <a:off x="3240000" y="0"/>
            <a:ext cx="5397480" cy="1077480"/>
          </a:xfrm>
          <a:custGeom>
            <a:avLst/>
            <a:gdLst>
              <a:gd name="textAreaLeft" fmla="*/ 0 w 5397480"/>
              <a:gd name="textAreaRight" fmla="*/ 5400360 w 5397480"/>
              <a:gd name="textAreaTop" fmla="*/ 0 h 1077480"/>
              <a:gd name="textAreaBottom" fmla="*/ 1080360 h 1077480"/>
            </a:gdLst>
            <a:ahLst/>
            <a:cxnLst/>
            <a:rect l="textAreaLeft" t="textAreaTop" r="textAreaRight" b="textAreaBottom"/>
            <a:pathLst>
              <a:path w="15001" h="3001">
                <a:moveTo>
                  <a:pt x="1000" y="0"/>
                </a:moveTo>
                <a:lnTo>
                  <a:pt x="0" y="3001"/>
                </a:lnTo>
                <a:lnTo>
                  <a:pt x="15001" y="0"/>
                </a:lnTo>
                <a:lnTo>
                  <a:pt x="1000" y="0"/>
                </a:lnTo>
                <a:close/>
              </a:path>
            </a:pathLst>
          </a:custGeom>
          <a:solidFill>
            <a:srgbClr val="ea750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defTabSz="914400">
              <a:lnSpc>
                <a:spcPct val="100000"/>
              </a:lnSpc>
            </a:pPr>
            <a:endParaRPr lang="en-US" sz="1400" b="1" u="none" strike="noStrike">
              <a:solidFill>
                <a:srgbClr val="dddddd"/>
              </a:solidFill>
              <a:effectLst/>
              <a:uFillTx/>
              <a:latin typeface="DejaVu Sans"/>
              <a:ea typeface="DejaVu Sans"/>
            </a:endParaRPr>
          </a:p>
        </p:txBody>
      </p:sp>
      <p:sp>
        <p:nvSpPr>
          <p:cNvPr id="26" name="Freeform: Shape 23"/>
          <p:cNvSpPr/>
          <p:nvPr/>
        </p:nvSpPr>
        <p:spPr>
          <a:xfrm>
            <a:off x="6120000" y="0"/>
            <a:ext cx="3957480" cy="3777480"/>
          </a:xfrm>
          <a:custGeom>
            <a:avLst/>
            <a:gdLst>
              <a:gd name="textAreaLeft" fmla="*/ 0 w 3957480"/>
              <a:gd name="textAreaRight" fmla="*/ 3960360 w 3957480"/>
              <a:gd name="textAreaTop" fmla="*/ 0 h 3777480"/>
              <a:gd name="textAreaBottom" fmla="*/ 3780360 h 3777480"/>
            </a:gdLst>
            <a:ahLst/>
            <a:cxnLst/>
            <a:rect l="textAreaLeft" t="textAreaTop" r="textAreaRight" b="textAreaBottom"/>
            <a:pathLst>
              <a:path w="11001" h="10501">
                <a:moveTo>
                  <a:pt x="11001" y="0"/>
                </a:moveTo>
                <a:lnTo>
                  <a:pt x="0" y="2500"/>
                </a:lnTo>
                <a:lnTo>
                  <a:pt x="11001" y="10501"/>
                </a:lnTo>
                <a:lnTo>
                  <a:pt x="11001" y="0"/>
                </a:lnTo>
                <a:close/>
              </a:path>
            </a:pathLst>
          </a:custGeom>
          <a:solidFill>
            <a:srgbClr val="e8a202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defTabSz="914400">
              <a:lnSpc>
                <a:spcPct val="100000"/>
              </a:lnSpc>
            </a:pPr>
            <a:endParaRPr lang="en-US" sz="1400" b="1" u="none" strike="noStrike">
              <a:solidFill>
                <a:srgbClr val="dddddd"/>
              </a:solidFill>
              <a:effectLst/>
              <a:uFillTx/>
              <a:latin typeface="DejaVu Sans"/>
              <a:ea typeface="DejaVu Sans"/>
            </a:endParaRPr>
          </a:p>
        </p:txBody>
      </p:sp>
      <p:sp>
        <p:nvSpPr>
          <p:cNvPr id="27" name="Freeform: Shape 24"/>
          <p:cNvSpPr/>
          <p:nvPr/>
        </p:nvSpPr>
        <p:spPr>
          <a:xfrm>
            <a:off x="6840000" y="2520000"/>
            <a:ext cx="3237480" cy="3147480"/>
          </a:xfrm>
          <a:custGeom>
            <a:avLst/>
            <a:gdLst>
              <a:gd name="textAreaLeft" fmla="*/ 0 w 3237480"/>
              <a:gd name="textAreaRight" fmla="*/ 3240360 w 3237480"/>
              <a:gd name="textAreaTop" fmla="*/ 0 h 3147480"/>
              <a:gd name="textAreaBottom" fmla="*/ 3150360 h 3147480"/>
            </a:gdLst>
            <a:ahLst/>
            <a:cxnLst/>
            <a:rect l="textAreaLeft" t="textAreaTop" r="textAreaRight" b="textAreaBottom"/>
            <a:pathLst>
              <a:path w="9001" h="8751">
                <a:moveTo>
                  <a:pt x="9001" y="4501"/>
                </a:moveTo>
                <a:lnTo>
                  <a:pt x="3000" y="0"/>
                </a:lnTo>
                <a:lnTo>
                  <a:pt x="0" y="8751"/>
                </a:lnTo>
                <a:lnTo>
                  <a:pt x="9001" y="8751"/>
                </a:lnTo>
                <a:lnTo>
                  <a:pt x="9001" y="4501"/>
                </a:lnTo>
                <a:close/>
              </a:path>
            </a:pathLst>
          </a:custGeom>
          <a:solidFill>
            <a:srgbClr val="168253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defTabSz="914400">
              <a:lnSpc>
                <a:spcPct val="100000"/>
              </a:lnSpc>
            </a:pPr>
            <a:endParaRPr lang="en-US" sz="1400" b="1" u="none" strike="noStrike">
              <a:solidFill>
                <a:srgbClr val="dddddd"/>
              </a:solidFill>
              <a:effectLst/>
              <a:uFillTx/>
              <a:latin typeface="DejaVu Sans"/>
              <a:ea typeface="DejaVu Sans"/>
            </a:endParaRPr>
          </a:p>
        </p:txBody>
      </p:sp>
      <p:sp>
        <p:nvSpPr>
          <p:cNvPr id="28" name="Freeform: Shape 25"/>
          <p:cNvSpPr/>
          <p:nvPr/>
        </p:nvSpPr>
        <p:spPr>
          <a:xfrm>
            <a:off x="1800000" y="4500000"/>
            <a:ext cx="5037480" cy="1167480"/>
          </a:xfrm>
          <a:custGeom>
            <a:avLst/>
            <a:gdLst>
              <a:gd name="textAreaLeft" fmla="*/ 0 w 5037480"/>
              <a:gd name="textAreaRight" fmla="*/ 5040360 w 5037480"/>
              <a:gd name="textAreaTop" fmla="*/ 0 h 1167480"/>
              <a:gd name="textAreaBottom" fmla="*/ 1170360 h 1167480"/>
            </a:gdLst>
            <a:ahLst/>
            <a:cxnLst/>
            <a:rect l="textAreaLeft" t="textAreaTop" r="textAreaRight" b="textAreaBottom"/>
            <a:pathLst>
              <a:path w="14001" h="3251">
                <a:moveTo>
                  <a:pt x="0" y="3251"/>
                </a:moveTo>
                <a:lnTo>
                  <a:pt x="13001" y="3251"/>
                </a:lnTo>
                <a:lnTo>
                  <a:pt x="14001" y="0"/>
                </a:lnTo>
                <a:lnTo>
                  <a:pt x="0" y="3251"/>
                </a:lnTo>
                <a:close/>
              </a:path>
            </a:pathLst>
          </a:custGeom>
          <a:solidFill>
            <a:srgbClr val="3465a4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defTabSz="914400">
              <a:lnSpc>
                <a:spcPct val="100000"/>
              </a:lnSpc>
            </a:pPr>
            <a:endParaRPr lang="en-US" sz="1400" b="1" u="none" strike="noStrike">
              <a:solidFill>
                <a:srgbClr val="dddddd"/>
              </a:solidFill>
              <a:effectLst/>
              <a:uFillTx/>
              <a:latin typeface="DejaVu Sans"/>
              <a:ea typeface="DejaVu Sans"/>
            </a:endParaRPr>
          </a:p>
        </p:txBody>
      </p:sp>
      <p:sp>
        <p:nvSpPr>
          <p:cNvPr id="29" name="Freeform: Shape 26"/>
          <p:cNvSpPr/>
          <p:nvPr/>
        </p:nvSpPr>
        <p:spPr>
          <a:xfrm>
            <a:off x="0" y="2160000"/>
            <a:ext cx="3993480" cy="3507480"/>
          </a:xfrm>
          <a:custGeom>
            <a:avLst/>
            <a:gdLst>
              <a:gd name="textAreaLeft" fmla="*/ 0 w 3993480"/>
              <a:gd name="textAreaRight" fmla="*/ 3996360 w 3993480"/>
              <a:gd name="textAreaTop" fmla="*/ 0 h 3507480"/>
              <a:gd name="textAreaBottom" fmla="*/ 3510360 h 3507480"/>
            </a:gdLst>
            <a:ahLst/>
            <a:cxnLst/>
            <a:rect l="textAreaLeft" t="textAreaTop" r="textAreaRight" b="textAreaBottom"/>
            <a:pathLst>
              <a:path w="11101" h="9751">
                <a:moveTo>
                  <a:pt x="0" y="9751"/>
                </a:moveTo>
                <a:lnTo>
                  <a:pt x="1602" y="9751"/>
                </a:lnTo>
                <a:lnTo>
                  <a:pt x="11101" y="7440"/>
                </a:lnTo>
                <a:lnTo>
                  <a:pt x="0" y="0"/>
                </a:lnTo>
                <a:lnTo>
                  <a:pt x="0" y="9751"/>
                </a:lnTo>
                <a:close/>
              </a:path>
            </a:pathLst>
          </a:custGeom>
          <a:solidFill>
            <a:srgbClr val="780373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defTabSz="914400">
              <a:lnSpc>
                <a:spcPct val="100000"/>
              </a:lnSpc>
            </a:pPr>
            <a:endParaRPr lang="en-US" sz="1400" b="1" u="none" strike="noStrike">
              <a:solidFill>
                <a:srgbClr val="dddddd"/>
              </a:solidFill>
              <a:effectLst/>
              <a:uFillTx/>
              <a:latin typeface="DejaVu Sans"/>
              <a:ea typeface="DejaVu Sans"/>
            </a:endParaRPr>
          </a:p>
        </p:txBody>
      </p:sp>
      <p:sp>
        <p:nvSpPr>
          <p:cNvPr id="30" name="PlaceHolder 1"/>
          <p:cNvSpPr>
            <a:spLocks noGrp="1"/>
          </p:cNvSpPr>
          <p:nvPr>
            <p:ph type="dt" idx="7"/>
          </p:nvPr>
        </p:nvSpPr>
        <p:spPr>
          <a:xfrm>
            <a:off x="360000" y="5220000"/>
            <a:ext cx="2337120" cy="213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spAutoFit/>
          </a:bodyPr>
          <a:lstStyle>
            <a:lvl1pPr indent="0" defTabSz="914400">
              <a:lnSpc>
                <a:spcPct val="100000"/>
              </a:lnSpc>
              <a:buNone/>
              <a:tabLst>
                <a:tab algn="l" pos="0"/>
              </a:tabLst>
              <a:defRPr lang="en-US" sz="1400" b="0" u="none" strike="noStrike">
                <a:solidFill>
                  <a:srgbClr val="dddddd"/>
                </a:solidFill>
                <a:effectLst/>
                <a:uFillTx/>
                <a:latin typeface="DejaVu Sans"/>
                <a:ea typeface="DejaVu Sans"/>
              </a:defRPr>
            </a:lvl1pPr>
          </a:lstStyle>
          <a:p>
            <a:pPr indent="0" defTabSz="914400">
              <a:lnSpc>
                <a:spcPct val="100000"/>
              </a:lnSpc>
              <a:buNone/>
              <a:tabLst>
                <a:tab algn="l" pos="0"/>
              </a:tabLst>
            </a:pPr>
            <a:r>
              <a:rPr lang="en-US" sz="1400" b="0" u="none" strike="noStrike">
                <a:solidFill>
                  <a:srgbClr val="dddddd"/>
                </a:solidFill>
                <a:effectLst/>
                <a:uFillTx/>
                <a:latin typeface="DejaVu Sans"/>
                <a:ea typeface="DejaVu Sans"/>
              </a:rPr>
              <a:t>&lt;date/time&gt;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FreeSerif"/>
            </a:endParaRPr>
          </a:p>
        </p:txBody>
      </p:sp>
      <p:sp>
        <p:nvSpPr>
          <p:cNvPr id="31" name="PlaceHolder 2"/>
          <p:cNvSpPr>
            <a:spLocks noGrp="1"/>
          </p:cNvSpPr>
          <p:nvPr>
            <p:ph type="ftr" idx="8"/>
          </p:nvPr>
        </p:nvSpPr>
        <p:spPr>
          <a:xfrm>
            <a:off x="3420000" y="5220000"/>
            <a:ext cx="3237120" cy="213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spAutoFit/>
          </a:bodyPr>
          <a:lstStyle>
            <a:lvl1pPr indent="0" algn="ctr" defTabSz="914400">
              <a:lnSpc>
                <a:spcPct val="100000"/>
              </a:lnSpc>
              <a:buNone/>
              <a:tabLst>
                <a:tab algn="l" pos="0"/>
              </a:tabLst>
              <a:defRPr lang="en-US" sz="1400" b="0" u="none" strike="noStrike">
                <a:solidFill>
                  <a:srgbClr val="dddddd"/>
                </a:solidFill>
                <a:effectLst/>
                <a:uFillTx/>
                <a:latin typeface="DejaVu Sans"/>
                <a:ea typeface="DejaVu Sans"/>
              </a:defRPr>
            </a:lvl1pPr>
          </a:lstStyle>
          <a:p>
            <a:pPr indent="0" algn="ctr" defTabSz="914400">
              <a:lnSpc>
                <a:spcPct val="100000"/>
              </a:lnSpc>
              <a:buNone/>
              <a:tabLst>
                <a:tab algn="l" pos="0"/>
              </a:tabLst>
            </a:pPr>
            <a:r>
              <a:rPr lang="en-US" sz="1400" b="0" u="none" strike="noStrike">
                <a:solidFill>
                  <a:srgbClr val="dddddd"/>
                </a:solidFill>
                <a:effectLst/>
                <a:uFillTx/>
                <a:latin typeface="DejaVu Sans"/>
                <a:ea typeface="DejaVu Sans"/>
              </a:rPr>
              <a:t>&lt;footer&gt;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FreeSerif"/>
            </a:endParaRPr>
          </a:p>
        </p:txBody>
      </p:sp>
      <p:sp>
        <p:nvSpPr>
          <p:cNvPr id="32" name="PlaceHolder 3"/>
          <p:cNvSpPr>
            <a:spLocks noGrp="1"/>
          </p:cNvSpPr>
          <p:nvPr>
            <p:ph type="sldNum" idx="9"/>
          </p:nvPr>
        </p:nvSpPr>
        <p:spPr>
          <a:xfrm>
            <a:off x="7380000" y="5220000"/>
            <a:ext cx="2337120" cy="213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sp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algn="l" pos="0"/>
              </a:tabLst>
              <a:defRPr lang="en-US" sz="1400" b="0" u="none" strike="noStrike">
                <a:solidFill>
                  <a:srgbClr val="dddddd"/>
                </a:solidFill>
                <a:effectLst/>
                <a:uFillTx/>
                <a:latin typeface="DejaVu Sans"/>
                <a:ea typeface="DejaVu Sans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algn="l" pos="0"/>
              </a:tabLst>
            </a:pPr>
            <a:fld id="{BECFA76B-1040-498B-8F00-58D9B91B8AF5}" type="slidenum">
              <a:rPr lang="en-US" sz="1400" b="0" u="none" strike="noStrike">
                <a:solidFill>
                  <a:srgbClr val="dddddd"/>
                </a:solidFill>
                <a:effectLst/>
                <a:uFillTx/>
                <a:latin typeface="DejaVu Sans"/>
                <a:ea typeface="DejaVu Sans"/>
              </a:rPr>
              <a:t>&lt;number&gt;</a:t>
            </a:fld>
            <a:endParaRPr lang="en-US" sz="1400" b="0" u="none" strike="noStrike">
              <a:solidFill>
                <a:srgbClr val="000000"/>
              </a:solidFill>
              <a:effectLst/>
              <a:uFillTx/>
              <a:latin typeface="FreeSerif"/>
            </a:endParaRPr>
          </a:p>
        </p:txBody>
      </p:sp>
      <p:sp>
        <p:nvSpPr>
          <p:cNvPr id="33" name="PlaceHolder 4"/>
          <p:cNvSpPr>
            <a:spLocks noGrp="1"/>
          </p:cNvSpPr>
          <p:nvPr>
            <p:ph type="title"/>
          </p:nvPr>
        </p:nvSpPr>
        <p:spPr>
          <a:xfrm>
            <a:off x="2880000" y="900000"/>
            <a:ext cx="4317120" cy="10771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 defTabSz="914400">
              <a:lnSpc>
                <a:spcPct val="100000"/>
              </a:lnSpc>
              <a:buNone/>
              <a:tabLst>
                <a:tab algn="l" pos="0"/>
              </a:tabLst>
            </a:pPr>
            <a:r>
              <a:rPr lang="en-US" sz="3200" b="0" u="none" strike="noStrike">
                <a:solidFill>
                  <a:srgbClr val="333333"/>
                </a:solidFill>
                <a:effectLst/>
                <a:uFillTx/>
                <a:latin typeface="DejaVu Sans"/>
                <a:ea typeface="DejaVu Sans"/>
              </a:rPr>
              <a:t>Click to edit the title text format</a:t>
            </a:r>
            <a:endParaRPr lang="en-US" sz="3200" b="0" u="none" strike="noStrike">
              <a:solidFill>
                <a:srgbClr val="000000"/>
              </a:solidFill>
              <a:effectLst/>
              <a:uFillTx/>
              <a:latin typeface="FreeSerif"/>
            </a:endParaRPr>
          </a:p>
        </p:txBody>
      </p:sp>
      <p:sp>
        <p:nvSpPr>
          <p:cNvPr id="34" name="PlaceHolder 5"/>
          <p:cNvSpPr>
            <a:spLocks noGrp="1"/>
          </p:cNvSpPr>
          <p:nvPr>
            <p:ph type="body"/>
          </p:nvPr>
        </p:nvSpPr>
        <p:spPr>
          <a:xfrm>
            <a:off x="2880000" y="2160000"/>
            <a:ext cx="4317120" cy="25171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85000" lnSpcReduction="19999"/>
          </a:bodyPr>
          <a:p>
            <a:pPr marL="432000" indent="-324000" defTabSz="914400">
              <a:lnSpc>
                <a:spcPct val="100000"/>
              </a:lnSpc>
              <a:spcBef>
                <a:spcPts val="1001"/>
              </a:spcBef>
              <a:spcAft>
                <a:spcPts val="1060"/>
              </a:spcAft>
              <a:buClr>
                <a:srgbClr val="666666"/>
              </a:buClr>
              <a:buSzPct val="45000"/>
              <a:buFont typeface="Wingdings" charset="2"/>
              <a:buChar char=""/>
            </a:pPr>
            <a:r>
              <a:rPr lang="en-US" sz="2400" b="0" u="none" strike="noStrike">
                <a:solidFill>
                  <a:srgbClr val="666666"/>
                </a:solidFill>
                <a:effectLst/>
                <a:uFillTx/>
                <a:latin typeface="DejaVu Sans"/>
                <a:ea typeface="DejaVu Sans"/>
              </a:rPr>
              <a:t>Click to edit the outline text format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FreeSerif"/>
            </a:endParaRPr>
          </a:p>
          <a:p>
            <a:pPr marL="864000" lvl="1" indent="-324000" defTabSz="914400">
              <a:lnSpc>
                <a:spcPct val="100000"/>
              </a:lnSpc>
              <a:spcBef>
                <a:spcPts val="499"/>
              </a:spcBef>
              <a:spcAft>
                <a:spcPts val="848"/>
              </a:spcAft>
              <a:buClr>
                <a:srgbClr val="666666"/>
              </a:buClr>
              <a:buSzPct val="75000"/>
              <a:buFont typeface="Symbol" charset="2"/>
              <a:buChar char=""/>
            </a:pPr>
            <a:r>
              <a:rPr lang="en-US" sz="2200" b="0" u="none" strike="noStrike">
                <a:solidFill>
                  <a:srgbClr val="666666"/>
                </a:solidFill>
                <a:effectLst/>
                <a:uFillTx/>
                <a:latin typeface="DejaVu Sans"/>
                <a:ea typeface="DejaVu Sans"/>
              </a:rPr>
              <a:t>Second Outline Level</a:t>
            </a:r>
            <a:endParaRPr lang="en-US" sz="2200" b="0" u="none" strike="noStrike">
              <a:solidFill>
                <a:srgbClr val="000000"/>
              </a:solidFill>
              <a:effectLst/>
              <a:uFillTx/>
              <a:latin typeface="FreeSerif"/>
            </a:endParaRPr>
          </a:p>
          <a:p>
            <a:pPr marL="1296000" lvl="2" indent="-288000" defTabSz="914400">
              <a:lnSpc>
                <a:spcPct val="100000"/>
              </a:lnSpc>
              <a:spcBef>
                <a:spcPts val="499"/>
              </a:spcBef>
              <a:spcAft>
                <a:spcPts val="635"/>
              </a:spcAft>
              <a:buClr>
                <a:srgbClr val="666666"/>
              </a:buClr>
              <a:buSzPct val="45000"/>
              <a:buFont typeface="Wingdings" charset="2"/>
              <a:buChar char=""/>
            </a:pPr>
            <a:r>
              <a:rPr lang="en-US" sz="2000" b="0" u="none" strike="noStrike">
                <a:solidFill>
                  <a:srgbClr val="666666"/>
                </a:solidFill>
                <a:effectLst/>
                <a:uFillTx/>
                <a:latin typeface="DejaVu Sans"/>
                <a:ea typeface="DejaVu Sans"/>
              </a:rPr>
              <a:t>Third Outline Level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FreeSerif"/>
            </a:endParaRPr>
          </a:p>
          <a:p>
            <a:pPr marL="1728000" lvl="3" indent="-216000" defTabSz="914400">
              <a:lnSpc>
                <a:spcPct val="100000"/>
              </a:lnSpc>
              <a:spcBef>
                <a:spcPts val="499"/>
              </a:spcBef>
              <a:spcAft>
                <a:spcPts val="422"/>
              </a:spcAft>
              <a:buClr>
                <a:srgbClr val="666666"/>
              </a:buClr>
              <a:buSzPct val="75000"/>
              <a:buFont typeface="Symbol" charset="2"/>
              <a:buChar char=""/>
            </a:pPr>
            <a:r>
              <a:rPr lang="en-US" sz="1800" b="0" u="none" strike="noStrike">
                <a:solidFill>
                  <a:srgbClr val="666666"/>
                </a:solidFill>
                <a:effectLst/>
                <a:uFillTx/>
                <a:latin typeface="DejaVu Sans"/>
                <a:ea typeface="DejaVu Sans"/>
              </a:rPr>
              <a:t>Fourth Outline Level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FreeSerif"/>
            </a:endParaRPr>
          </a:p>
          <a:p>
            <a:pPr marL="2160000" lvl="4" indent="-216000" defTabSz="914400">
              <a:lnSpc>
                <a:spcPct val="100000"/>
              </a:lnSpc>
              <a:spcBef>
                <a:spcPts val="499"/>
              </a:spcBef>
              <a:spcAft>
                <a:spcPts val="210"/>
              </a:spcAft>
              <a:buClr>
                <a:srgbClr val="666666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rgbClr val="666666"/>
                </a:solidFill>
                <a:effectLst/>
                <a:uFillTx/>
                <a:latin typeface="DejaVu Sans"/>
                <a:ea typeface="DejaVu Sans"/>
              </a:rPr>
              <a:t>Fifth Outline Level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FreeSerif"/>
            </a:endParaRPr>
          </a:p>
          <a:p>
            <a:pPr marL="2592000" lvl="5" indent="-216000" defTabSz="914400">
              <a:lnSpc>
                <a:spcPct val="100000"/>
              </a:lnSpc>
              <a:spcBef>
                <a:spcPts val="499"/>
              </a:spcBef>
              <a:spcAft>
                <a:spcPts val="210"/>
              </a:spcAft>
              <a:buClr>
                <a:srgbClr val="666666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rgbClr val="666666"/>
                </a:solidFill>
                <a:effectLst/>
                <a:uFillTx/>
                <a:latin typeface="DejaVu Sans"/>
                <a:ea typeface="DejaVu Sans"/>
              </a:rPr>
              <a:t>Sixth Outline Level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FreeSerif"/>
            </a:endParaRPr>
          </a:p>
          <a:p>
            <a:pPr marL="3024000" lvl="6" indent="-216000" defTabSz="914400">
              <a:lnSpc>
                <a:spcPct val="100000"/>
              </a:lnSpc>
              <a:spcBef>
                <a:spcPts val="499"/>
              </a:spcBef>
              <a:spcAft>
                <a:spcPts val="210"/>
              </a:spcAft>
              <a:buClr>
                <a:srgbClr val="666666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rgbClr val="666666"/>
                </a:solidFill>
                <a:effectLst/>
                <a:uFillTx/>
                <a:latin typeface="DejaVu Sans"/>
                <a:ea typeface="DejaVu Sans"/>
              </a:rPr>
              <a:t>Seventh Outline Level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FreeSerif"/>
            </a:endParaRPr>
          </a:p>
        </p:txBody>
      </p:sp>
    </p:spTree>
  </p:cSld>
</p:sldLayout>
</file>

<file path=ppt/slideLayouts/slideLayout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x" preserve="1">
  <p:cSld name="Focus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" name="Freeform: Shape 32"/>
          <p:cNvSpPr/>
          <p:nvPr/>
        </p:nvSpPr>
        <p:spPr>
          <a:xfrm>
            <a:off x="0" y="0"/>
            <a:ext cx="1977480" cy="3417480"/>
          </a:xfrm>
          <a:custGeom>
            <a:avLst/>
            <a:gdLst>
              <a:gd name="textAreaLeft" fmla="*/ 0 w 1977480"/>
              <a:gd name="textAreaRight" fmla="*/ 1980360 w 1977480"/>
              <a:gd name="textAreaTop" fmla="*/ 0 h 3417480"/>
              <a:gd name="textAreaBottom" fmla="*/ 3420360 h 3417480"/>
            </a:gdLst>
            <a:ahLst/>
            <a:cxnLst/>
            <a:rect l="textAreaLeft" t="textAreaTop" r="textAreaRight" b="textAreaBottom"/>
            <a:pathLst>
              <a:path w="5501" h="9501">
                <a:moveTo>
                  <a:pt x="0" y="0"/>
                </a:moveTo>
                <a:lnTo>
                  <a:pt x="0" y="8001"/>
                </a:lnTo>
                <a:lnTo>
                  <a:pt x="2500" y="9501"/>
                </a:lnTo>
                <a:lnTo>
                  <a:pt x="5501" y="0"/>
                </a:lnTo>
                <a:lnTo>
                  <a:pt x="0" y="0"/>
                </a:lnTo>
                <a:close/>
              </a:path>
            </a:pathLst>
          </a:custGeom>
          <a:solidFill>
            <a:srgbClr val="f10d0c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defTabSz="914400">
              <a:lnSpc>
                <a:spcPct val="100000"/>
              </a:lnSpc>
            </a:pPr>
            <a:endParaRPr lang="en-US" sz="1400" b="1" u="none" strike="noStrike">
              <a:solidFill>
                <a:srgbClr val="dddddd"/>
              </a:solidFill>
              <a:effectLst/>
              <a:uFillTx/>
              <a:latin typeface="DejaVu Sans"/>
              <a:ea typeface="DejaVu Sans"/>
            </a:endParaRPr>
          </a:p>
        </p:txBody>
      </p:sp>
      <p:sp>
        <p:nvSpPr>
          <p:cNvPr id="36" name="Freeform: Shape 33"/>
          <p:cNvSpPr/>
          <p:nvPr/>
        </p:nvSpPr>
        <p:spPr>
          <a:xfrm>
            <a:off x="2340000" y="0"/>
            <a:ext cx="1977480" cy="357480"/>
          </a:xfrm>
          <a:custGeom>
            <a:avLst/>
            <a:gdLst>
              <a:gd name="textAreaLeft" fmla="*/ 0 w 1977480"/>
              <a:gd name="textAreaRight" fmla="*/ 1980360 w 1977480"/>
              <a:gd name="textAreaTop" fmla="*/ 0 h 357480"/>
              <a:gd name="textAreaBottom" fmla="*/ 360360 h 357480"/>
            </a:gdLst>
            <a:ahLst/>
            <a:cxnLst/>
            <a:rect l="textAreaLeft" t="textAreaTop" r="textAreaRight" b="textAreaBottom"/>
            <a:pathLst>
              <a:path w="5501" h="1001">
                <a:moveTo>
                  <a:pt x="500" y="0"/>
                </a:moveTo>
                <a:lnTo>
                  <a:pt x="0" y="1001"/>
                </a:lnTo>
                <a:lnTo>
                  <a:pt x="5501" y="0"/>
                </a:lnTo>
                <a:lnTo>
                  <a:pt x="500" y="0"/>
                </a:lnTo>
                <a:close/>
              </a:path>
            </a:pathLst>
          </a:custGeom>
          <a:solidFill>
            <a:srgbClr val="ea750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defTabSz="914400">
              <a:lnSpc>
                <a:spcPct val="100000"/>
              </a:lnSpc>
            </a:pPr>
            <a:endParaRPr lang="en-US" sz="1400" b="1" u="none" strike="noStrike">
              <a:solidFill>
                <a:srgbClr val="dddddd"/>
              </a:solidFill>
              <a:effectLst/>
              <a:uFillTx/>
              <a:latin typeface="DejaVu Sans"/>
              <a:ea typeface="DejaVu Sans"/>
            </a:endParaRPr>
          </a:p>
        </p:txBody>
      </p:sp>
      <p:sp>
        <p:nvSpPr>
          <p:cNvPr id="37" name="Freeform: Shape 34"/>
          <p:cNvSpPr/>
          <p:nvPr/>
        </p:nvSpPr>
        <p:spPr>
          <a:xfrm>
            <a:off x="6480000" y="0"/>
            <a:ext cx="3597480" cy="2697480"/>
          </a:xfrm>
          <a:custGeom>
            <a:avLst/>
            <a:gdLst>
              <a:gd name="textAreaLeft" fmla="*/ 0 w 3597480"/>
              <a:gd name="textAreaRight" fmla="*/ 3600360 w 3597480"/>
              <a:gd name="textAreaTop" fmla="*/ 0 h 2697480"/>
              <a:gd name="textAreaBottom" fmla="*/ 2700360 h 2697480"/>
            </a:gdLst>
            <a:ahLst/>
            <a:cxnLst/>
            <a:rect l="textAreaLeft" t="textAreaTop" r="textAreaRight" b="textAreaBottom"/>
            <a:pathLst>
              <a:path w="10001" h="7501">
                <a:moveTo>
                  <a:pt x="10001" y="0"/>
                </a:moveTo>
                <a:lnTo>
                  <a:pt x="1000" y="0"/>
                </a:lnTo>
                <a:lnTo>
                  <a:pt x="0" y="500"/>
                </a:lnTo>
                <a:lnTo>
                  <a:pt x="10001" y="7501"/>
                </a:lnTo>
                <a:lnTo>
                  <a:pt x="10001" y="0"/>
                </a:lnTo>
                <a:close/>
              </a:path>
            </a:pathLst>
          </a:custGeom>
          <a:solidFill>
            <a:srgbClr val="e8a202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defTabSz="914400">
              <a:lnSpc>
                <a:spcPct val="100000"/>
              </a:lnSpc>
            </a:pPr>
            <a:endParaRPr lang="en-US" sz="1400" b="1" u="none" strike="noStrike">
              <a:solidFill>
                <a:srgbClr val="dddddd"/>
              </a:solidFill>
              <a:effectLst/>
              <a:uFillTx/>
              <a:latin typeface="DejaVu Sans"/>
              <a:ea typeface="DejaVu Sans"/>
            </a:endParaRPr>
          </a:p>
        </p:txBody>
      </p:sp>
      <p:sp>
        <p:nvSpPr>
          <p:cNvPr id="38" name="Freeform: Shape 35"/>
          <p:cNvSpPr/>
          <p:nvPr/>
        </p:nvSpPr>
        <p:spPr>
          <a:xfrm>
            <a:off x="8100000" y="2340000"/>
            <a:ext cx="1977480" cy="3327480"/>
          </a:xfrm>
          <a:custGeom>
            <a:avLst/>
            <a:gdLst>
              <a:gd name="textAreaLeft" fmla="*/ 0 w 1977480"/>
              <a:gd name="textAreaRight" fmla="*/ 1980360 w 1977480"/>
              <a:gd name="textAreaTop" fmla="*/ 0 h 3327480"/>
              <a:gd name="textAreaBottom" fmla="*/ 3330360 h 3327480"/>
            </a:gdLst>
            <a:ahLst/>
            <a:cxnLst/>
            <a:rect l="textAreaLeft" t="textAreaTop" r="textAreaRight" b="textAreaBottom"/>
            <a:pathLst>
              <a:path w="5501" h="9251">
                <a:moveTo>
                  <a:pt x="5501" y="9251"/>
                </a:moveTo>
                <a:lnTo>
                  <a:pt x="5501" y="2000"/>
                </a:lnTo>
                <a:lnTo>
                  <a:pt x="3001" y="0"/>
                </a:lnTo>
                <a:lnTo>
                  <a:pt x="0" y="9251"/>
                </a:lnTo>
                <a:lnTo>
                  <a:pt x="5501" y="9251"/>
                </a:lnTo>
                <a:close/>
              </a:path>
            </a:pathLst>
          </a:custGeom>
          <a:solidFill>
            <a:srgbClr val="168253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defTabSz="914400">
              <a:lnSpc>
                <a:spcPct val="100000"/>
              </a:lnSpc>
            </a:pPr>
            <a:endParaRPr lang="en-US" sz="1400" b="1" u="none" strike="noStrike">
              <a:solidFill>
                <a:srgbClr val="dddddd"/>
              </a:solidFill>
              <a:effectLst/>
              <a:uFillTx/>
              <a:latin typeface="DejaVu Sans"/>
              <a:ea typeface="DejaVu Sans"/>
            </a:endParaRPr>
          </a:p>
        </p:txBody>
      </p:sp>
      <p:sp>
        <p:nvSpPr>
          <p:cNvPr id="39" name="Freeform: Shape 36"/>
          <p:cNvSpPr/>
          <p:nvPr/>
        </p:nvSpPr>
        <p:spPr>
          <a:xfrm>
            <a:off x="5940000" y="5220000"/>
            <a:ext cx="1797120" cy="447480"/>
          </a:xfrm>
          <a:custGeom>
            <a:avLst/>
            <a:gdLst>
              <a:gd name="textAreaLeft" fmla="*/ 0 w 1797120"/>
              <a:gd name="textAreaRight" fmla="*/ 1800000 w 1797120"/>
              <a:gd name="textAreaTop" fmla="*/ 0 h 447480"/>
              <a:gd name="textAreaBottom" fmla="*/ 450360 h 447480"/>
            </a:gdLst>
            <a:ahLst/>
            <a:cxnLst/>
            <a:rect l="textAreaLeft" t="textAreaTop" r="textAreaRight" b="textAreaBottom"/>
            <a:pathLst>
              <a:path w="5000" h="1251">
                <a:moveTo>
                  <a:pt x="4500" y="1251"/>
                </a:moveTo>
                <a:lnTo>
                  <a:pt x="5000" y="0"/>
                </a:lnTo>
                <a:lnTo>
                  <a:pt x="0" y="1251"/>
                </a:lnTo>
                <a:lnTo>
                  <a:pt x="4500" y="1251"/>
                </a:lnTo>
                <a:close/>
              </a:path>
            </a:pathLst>
          </a:custGeom>
          <a:solidFill>
            <a:srgbClr val="3465a4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defTabSz="914400">
              <a:lnSpc>
                <a:spcPct val="100000"/>
              </a:lnSpc>
            </a:pPr>
            <a:endParaRPr lang="en-US" sz="1400" b="1" u="none" strike="noStrike">
              <a:solidFill>
                <a:srgbClr val="dddddd"/>
              </a:solidFill>
              <a:effectLst/>
              <a:uFillTx/>
              <a:latin typeface="DejaVu Sans"/>
              <a:ea typeface="DejaVu Sans"/>
            </a:endParaRPr>
          </a:p>
        </p:txBody>
      </p:sp>
      <p:sp>
        <p:nvSpPr>
          <p:cNvPr id="40" name="Freeform: Shape 37"/>
          <p:cNvSpPr/>
          <p:nvPr/>
        </p:nvSpPr>
        <p:spPr>
          <a:xfrm>
            <a:off x="0" y="3240000"/>
            <a:ext cx="3237480" cy="2427480"/>
          </a:xfrm>
          <a:custGeom>
            <a:avLst/>
            <a:gdLst>
              <a:gd name="textAreaLeft" fmla="*/ 0 w 3237480"/>
              <a:gd name="textAreaRight" fmla="*/ 3240360 w 3237480"/>
              <a:gd name="textAreaTop" fmla="*/ 0 h 2427480"/>
              <a:gd name="textAreaBottom" fmla="*/ 2430360 h 2427480"/>
            </a:gdLst>
            <a:ahLst/>
            <a:cxnLst/>
            <a:rect l="textAreaLeft" t="textAreaTop" r="textAreaRight" b="textAreaBottom"/>
            <a:pathLst>
              <a:path w="9001" h="6751">
                <a:moveTo>
                  <a:pt x="0" y="0"/>
                </a:moveTo>
                <a:lnTo>
                  <a:pt x="0" y="6751"/>
                </a:lnTo>
                <a:lnTo>
                  <a:pt x="9001" y="6751"/>
                </a:lnTo>
                <a:lnTo>
                  <a:pt x="0" y="0"/>
                </a:lnTo>
                <a:close/>
              </a:path>
            </a:pathLst>
          </a:custGeom>
          <a:solidFill>
            <a:srgbClr val="780373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defTabSz="914400">
              <a:lnSpc>
                <a:spcPct val="100000"/>
              </a:lnSpc>
            </a:pPr>
            <a:endParaRPr lang="en-US" sz="1400" b="1" u="none" strike="noStrike">
              <a:solidFill>
                <a:srgbClr val="dddddd"/>
              </a:solidFill>
              <a:effectLst/>
              <a:uFillTx/>
              <a:latin typeface="DejaVu Sans"/>
              <a:ea typeface="DejaVu Sans"/>
            </a:endParaRPr>
          </a:p>
        </p:txBody>
      </p:sp>
      <p:sp>
        <p:nvSpPr>
          <p:cNvPr id="41" name="PlaceHolder 1"/>
          <p:cNvSpPr>
            <a:spLocks noGrp="1"/>
          </p:cNvSpPr>
          <p:nvPr>
            <p:ph type="title"/>
          </p:nvPr>
        </p:nvSpPr>
        <p:spPr>
          <a:xfrm>
            <a:off x="1800000" y="360000"/>
            <a:ext cx="6477120" cy="8971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 defTabSz="914400">
              <a:lnSpc>
                <a:spcPct val="100000"/>
              </a:lnSpc>
              <a:buNone/>
              <a:tabLst>
                <a:tab algn="l" pos="0"/>
              </a:tabLst>
            </a:pPr>
            <a:r>
              <a:rPr lang="en-US" sz="3200" b="0" u="none" strike="noStrike">
                <a:solidFill>
                  <a:srgbClr val="333333"/>
                </a:solidFill>
                <a:effectLst/>
                <a:uFillTx/>
                <a:latin typeface="DejaVu Sans"/>
                <a:ea typeface="DejaVu Sans"/>
              </a:rPr>
              <a:t>Click to edit the title text format</a:t>
            </a:r>
            <a:endParaRPr lang="en-US" sz="3200" b="0" u="none" strike="noStrike">
              <a:solidFill>
                <a:srgbClr val="000000"/>
              </a:solidFill>
              <a:effectLst/>
              <a:uFillTx/>
              <a:latin typeface="FreeSerif"/>
            </a:endParaRPr>
          </a:p>
        </p:txBody>
      </p:sp>
      <p:sp>
        <p:nvSpPr>
          <p:cNvPr id="42" name="PlaceHolder 2"/>
          <p:cNvSpPr>
            <a:spLocks noGrp="1"/>
          </p:cNvSpPr>
          <p:nvPr>
            <p:ph type="body"/>
          </p:nvPr>
        </p:nvSpPr>
        <p:spPr>
          <a:xfrm>
            <a:off x="1800000" y="1440000"/>
            <a:ext cx="6477120" cy="35971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 defTabSz="914400">
              <a:lnSpc>
                <a:spcPct val="100000"/>
              </a:lnSpc>
              <a:spcBef>
                <a:spcPts val="1001"/>
              </a:spcBef>
              <a:spcAft>
                <a:spcPts val="1060"/>
              </a:spcAft>
              <a:buClr>
                <a:srgbClr val="666666"/>
              </a:buClr>
              <a:buSzPct val="45000"/>
              <a:buFont typeface="Wingdings" charset="2"/>
              <a:buChar char=""/>
            </a:pPr>
            <a:r>
              <a:rPr lang="en-US" sz="2400" b="0" u="none" strike="noStrike">
                <a:solidFill>
                  <a:srgbClr val="666666"/>
                </a:solidFill>
                <a:effectLst/>
                <a:uFillTx/>
                <a:latin typeface="DejaVu Sans"/>
                <a:ea typeface="DejaVu Sans"/>
              </a:rPr>
              <a:t>Click to edit the outline text format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FreeSerif"/>
            </a:endParaRPr>
          </a:p>
          <a:p>
            <a:pPr marL="864000" lvl="1" indent="-324000" defTabSz="914400">
              <a:lnSpc>
                <a:spcPct val="100000"/>
              </a:lnSpc>
              <a:spcBef>
                <a:spcPts val="499"/>
              </a:spcBef>
              <a:spcAft>
                <a:spcPts val="848"/>
              </a:spcAft>
              <a:buClr>
                <a:srgbClr val="666666"/>
              </a:buClr>
              <a:buSzPct val="75000"/>
              <a:buFont typeface="Symbol" charset="2"/>
              <a:buChar char=""/>
            </a:pPr>
            <a:r>
              <a:rPr lang="en-US" sz="2200" b="0" u="none" strike="noStrike">
                <a:solidFill>
                  <a:srgbClr val="666666"/>
                </a:solidFill>
                <a:effectLst/>
                <a:uFillTx/>
                <a:latin typeface="DejaVu Sans"/>
                <a:ea typeface="DejaVu Sans"/>
              </a:rPr>
              <a:t>Second Outline Level</a:t>
            </a:r>
            <a:endParaRPr lang="en-US" sz="2200" b="0" u="none" strike="noStrike">
              <a:solidFill>
                <a:srgbClr val="000000"/>
              </a:solidFill>
              <a:effectLst/>
              <a:uFillTx/>
              <a:latin typeface="FreeSerif"/>
            </a:endParaRPr>
          </a:p>
          <a:p>
            <a:pPr marL="1296000" lvl="2" indent="-288000" defTabSz="914400">
              <a:lnSpc>
                <a:spcPct val="100000"/>
              </a:lnSpc>
              <a:spcBef>
                <a:spcPts val="499"/>
              </a:spcBef>
              <a:spcAft>
                <a:spcPts val="635"/>
              </a:spcAft>
              <a:buClr>
                <a:srgbClr val="666666"/>
              </a:buClr>
              <a:buSzPct val="45000"/>
              <a:buFont typeface="Wingdings" charset="2"/>
              <a:buChar char=""/>
            </a:pPr>
            <a:r>
              <a:rPr lang="en-US" sz="2000" b="0" u="none" strike="noStrike">
                <a:solidFill>
                  <a:srgbClr val="666666"/>
                </a:solidFill>
                <a:effectLst/>
                <a:uFillTx/>
                <a:latin typeface="DejaVu Sans"/>
                <a:ea typeface="DejaVu Sans"/>
              </a:rPr>
              <a:t>Third Outline Level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FreeSerif"/>
            </a:endParaRPr>
          </a:p>
          <a:p>
            <a:pPr marL="1728000" lvl="3" indent="-216000" defTabSz="914400">
              <a:lnSpc>
                <a:spcPct val="100000"/>
              </a:lnSpc>
              <a:spcBef>
                <a:spcPts val="499"/>
              </a:spcBef>
              <a:spcAft>
                <a:spcPts val="425"/>
              </a:spcAft>
              <a:buClr>
                <a:srgbClr val="666666"/>
              </a:buClr>
              <a:buSzPct val="75000"/>
              <a:buFont typeface="Symbol" charset="2"/>
              <a:buChar char=""/>
            </a:pPr>
            <a:r>
              <a:rPr lang="en-US" sz="1800" b="0" u="none" strike="noStrike">
                <a:solidFill>
                  <a:srgbClr val="666666"/>
                </a:solidFill>
                <a:effectLst/>
                <a:uFillTx/>
                <a:latin typeface="DejaVu Sans"/>
                <a:ea typeface="DejaVu Sans"/>
              </a:rPr>
              <a:t>Fourth Outline Level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FreeSerif"/>
            </a:endParaRPr>
          </a:p>
          <a:p>
            <a:pPr marL="2160000" lvl="4" indent="-216000" defTabSz="914400">
              <a:lnSpc>
                <a:spcPct val="100000"/>
              </a:lnSpc>
              <a:spcBef>
                <a:spcPts val="499"/>
              </a:spcBef>
              <a:spcAft>
                <a:spcPts val="213"/>
              </a:spcAft>
              <a:buClr>
                <a:srgbClr val="666666"/>
              </a:buClr>
              <a:buSzPct val="45000"/>
              <a:buFont typeface="Wingdings" charset="2"/>
              <a:buChar char=""/>
            </a:pPr>
            <a:r>
              <a:rPr lang="en-US" sz="1600" b="0" u="none" strike="noStrike">
                <a:solidFill>
                  <a:srgbClr val="666666"/>
                </a:solidFill>
                <a:effectLst/>
                <a:uFillTx/>
                <a:latin typeface="DejaVu Sans"/>
                <a:ea typeface="DejaVu Sans"/>
              </a:rPr>
              <a:t>Fifth Outline Level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FreeSerif"/>
            </a:endParaRPr>
          </a:p>
          <a:p>
            <a:pPr marL="2592000" lvl="5" indent="-216000" defTabSz="914400">
              <a:lnSpc>
                <a:spcPct val="100000"/>
              </a:lnSpc>
              <a:spcBef>
                <a:spcPts val="499"/>
              </a:spcBef>
              <a:spcAft>
                <a:spcPts val="213"/>
              </a:spcAft>
              <a:buClr>
                <a:srgbClr val="666666"/>
              </a:buClr>
              <a:buSzPct val="45000"/>
              <a:buFont typeface="Wingdings" charset="2"/>
              <a:buChar char=""/>
            </a:pPr>
            <a:r>
              <a:rPr lang="en-US" sz="1600" b="0" u="none" strike="noStrike">
                <a:solidFill>
                  <a:srgbClr val="666666"/>
                </a:solidFill>
                <a:effectLst/>
                <a:uFillTx/>
                <a:latin typeface="DejaVu Sans"/>
                <a:ea typeface="DejaVu Sans"/>
              </a:rPr>
              <a:t>Sixth Outline Level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FreeSerif"/>
            </a:endParaRPr>
          </a:p>
          <a:p>
            <a:pPr marL="3024000" lvl="6" indent="-216000" defTabSz="914400">
              <a:lnSpc>
                <a:spcPct val="100000"/>
              </a:lnSpc>
              <a:spcBef>
                <a:spcPts val="499"/>
              </a:spcBef>
              <a:spcAft>
                <a:spcPts val="213"/>
              </a:spcAft>
              <a:buClr>
                <a:srgbClr val="666666"/>
              </a:buClr>
              <a:buSzPct val="45000"/>
              <a:buFont typeface="Wingdings" charset="2"/>
              <a:buChar char=""/>
            </a:pPr>
            <a:r>
              <a:rPr lang="en-US" sz="1600" b="0" u="none" strike="noStrike">
                <a:solidFill>
                  <a:srgbClr val="666666"/>
                </a:solidFill>
                <a:effectLst/>
                <a:uFillTx/>
                <a:latin typeface="DejaVu Sans"/>
                <a:ea typeface="DejaVu Sans"/>
              </a:rPr>
              <a:t>Seventh Outline Level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FreeSerif"/>
            </a:endParaRPr>
          </a:p>
        </p:txBody>
      </p:sp>
      <p:sp>
        <p:nvSpPr>
          <p:cNvPr id="43" name="PlaceHolder 3"/>
          <p:cNvSpPr>
            <a:spLocks noGrp="1"/>
          </p:cNvSpPr>
          <p:nvPr>
            <p:ph type="dt" idx="10"/>
          </p:nvPr>
        </p:nvSpPr>
        <p:spPr>
          <a:xfrm>
            <a:off x="360000" y="5220000"/>
            <a:ext cx="2337120" cy="213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spAutoFit/>
          </a:bodyPr>
          <a:lstStyle>
            <a:lvl1pPr indent="0" defTabSz="914400">
              <a:lnSpc>
                <a:spcPct val="100000"/>
              </a:lnSpc>
              <a:buNone/>
              <a:tabLst>
                <a:tab algn="l" pos="0"/>
              </a:tabLst>
              <a:defRPr lang="en-US" sz="1400" b="0" u="none" strike="noStrike">
                <a:solidFill>
                  <a:srgbClr val="dddddd"/>
                </a:solidFill>
                <a:effectLst/>
                <a:uFillTx/>
                <a:latin typeface="DejaVu Sans"/>
                <a:ea typeface="DejaVu Sans"/>
              </a:defRPr>
            </a:lvl1pPr>
          </a:lstStyle>
          <a:p>
            <a:pPr indent="0" defTabSz="914400">
              <a:lnSpc>
                <a:spcPct val="100000"/>
              </a:lnSpc>
              <a:buNone/>
              <a:tabLst>
                <a:tab algn="l" pos="0"/>
              </a:tabLst>
            </a:pPr>
            <a:r>
              <a:rPr lang="en-US" sz="1400" b="0" u="none" strike="noStrike">
                <a:solidFill>
                  <a:srgbClr val="dddddd"/>
                </a:solidFill>
                <a:effectLst/>
                <a:uFillTx/>
                <a:latin typeface="DejaVu Sans"/>
                <a:ea typeface="DejaVu Sans"/>
              </a:rPr>
              <a:t>&lt;date/time&gt;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FreeSerif"/>
            </a:endParaRPr>
          </a:p>
        </p:txBody>
      </p:sp>
      <p:sp>
        <p:nvSpPr>
          <p:cNvPr id="44" name="PlaceHolder 4"/>
          <p:cNvSpPr>
            <a:spLocks noGrp="1"/>
          </p:cNvSpPr>
          <p:nvPr>
            <p:ph type="ftr" idx="11"/>
          </p:nvPr>
        </p:nvSpPr>
        <p:spPr>
          <a:xfrm>
            <a:off x="3420000" y="5220000"/>
            <a:ext cx="3237120" cy="213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spAutoFit/>
          </a:bodyPr>
          <a:lstStyle>
            <a:lvl1pPr indent="0" algn="ctr" defTabSz="914400">
              <a:lnSpc>
                <a:spcPct val="100000"/>
              </a:lnSpc>
              <a:buNone/>
              <a:tabLst>
                <a:tab algn="l" pos="0"/>
              </a:tabLst>
              <a:defRPr lang="en-US" sz="1400" b="0" u="none" strike="noStrike">
                <a:solidFill>
                  <a:srgbClr val="808080"/>
                </a:solidFill>
                <a:effectLst/>
                <a:uFillTx/>
                <a:latin typeface="DejaVu Sans"/>
                <a:ea typeface="DejaVu Sans"/>
              </a:defRPr>
            </a:lvl1pPr>
          </a:lstStyle>
          <a:p>
            <a:pPr indent="0" algn="ctr" defTabSz="914400">
              <a:lnSpc>
                <a:spcPct val="100000"/>
              </a:lnSpc>
              <a:buNone/>
              <a:tabLst>
                <a:tab algn="l" pos="0"/>
              </a:tabLst>
            </a:pPr>
            <a:r>
              <a:rPr lang="en-US" sz="1400" b="0" u="none" strike="noStrike">
                <a:solidFill>
                  <a:srgbClr val="808080"/>
                </a:solidFill>
                <a:effectLst/>
                <a:uFillTx/>
                <a:latin typeface="DejaVu Sans"/>
                <a:ea typeface="DejaVu Sans"/>
              </a:rPr>
              <a:t>&lt;footer&gt;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FreeSerif"/>
            </a:endParaRPr>
          </a:p>
        </p:txBody>
      </p:sp>
      <p:sp>
        <p:nvSpPr>
          <p:cNvPr id="45" name="PlaceHolder 5"/>
          <p:cNvSpPr>
            <a:spLocks noGrp="1"/>
          </p:cNvSpPr>
          <p:nvPr>
            <p:ph type="sldNum" idx="12"/>
          </p:nvPr>
        </p:nvSpPr>
        <p:spPr>
          <a:xfrm>
            <a:off x="7380000" y="5220000"/>
            <a:ext cx="2337120" cy="213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sp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algn="l" pos="0"/>
              </a:tabLst>
              <a:defRPr lang="en-US" sz="1400" b="0" u="none" strike="noStrike">
                <a:solidFill>
                  <a:srgbClr val="dddddd"/>
                </a:solidFill>
                <a:effectLst/>
                <a:uFillTx/>
                <a:latin typeface="DejaVu Sans"/>
                <a:ea typeface="DejaVu Sans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algn="l" pos="0"/>
              </a:tabLst>
            </a:pPr>
            <a:fld id="{D6D9C78A-8BEF-4CB7-88D4-675258A849D3}" type="slidenum">
              <a:rPr lang="en-US" sz="1400" b="0" u="none" strike="noStrike">
                <a:solidFill>
                  <a:srgbClr val="dddddd"/>
                </a:solidFill>
                <a:effectLst/>
                <a:uFillTx/>
                <a:latin typeface="DejaVu Sans"/>
                <a:ea typeface="DejaVu Sans"/>
              </a:rPr>
              <a:t>&lt;number&gt;</a:t>
            </a:fld>
            <a:endParaRPr lang="en-US" sz="1400" b="0" u="none" strike="noStrike">
              <a:solidFill>
                <a:srgbClr val="000000"/>
              </a:solidFill>
              <a:effectLst/>
              <a:uFillTx/>
              <a:latin typeface="FreeSerif"/>
            </a:endParaRPr>
          </a:p>
        </p:txBody>
      </p:sp>
    </p:spTree>
  </p:cSld>
</p:sldLayout>
</file>

<file path=ppt/slideLayouts/slideLayout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x" preserve="1">
  <p:cSld name="Focus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Freeform: Shape 43"/>
          <p:cNvSpPr/>
          <p:nvPr/>
        </p:nvSpPr>
        <p:spPr>
          <a:xfrm>
            <a:off x="0" y="0"/>
            <a:ext cx="1077480" cy="3417480"/>
          </a:xfrm>
          <a:custGeom>
            <a:avLst/>
            <a:gdLst>
              <a:gd name="textAreaLeft" fmla="*/ 0 w 1077480"/>
              <a:gd name="textAreaRight" fmla="*/ 1080360 w 1077480"/>
              <a:gd name="textAreaTop" fmla="*/ 0 h 3417480"/>
              <a:gd name="textAreaBottom" fmla="*/ 3420360 h 3417480"/>
            </a:gdLst>
            <a:ahLst/>
            <a:cxnLst/>
            <a:rect l="textAreaLeft" t="textAreaTop" r="textAreaRight" b="textAreaBottom"/>
            <a:pathLst>
              <a:path w="3001" h="9501">
                <a:moveTo>
                  <a:pt x="0" y="0"/>
                </a:moveTo>
                <a:lnTo>
                  <a:pt x="0" y="9501"/>
                </a:lnTo>
                <a:lnTo>
                  <a:pt x="3001" y="0"/>
                </a:lnTo>
                <a:lnTo>
                  <a:pt x="0" y="0"/>
                </a:lnTo>
                <a:close/>
              </a:path>
            </a:pathLst>
          </a:custGeom>
          <a:solidFill>
            <a:srgbClr val="f10d0c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defTabSz="914400">
              <a:lnSpc>
                <a:spcPct val="100000"/>
              </a:lnSpc>
            </a:pPr>
            <a:endParaRPr lang="en-US" sz="1400" b="1" u="none" strike="noStrike">
              <a:solidFill>
                <a:srgbClr val="dddddd"/>
              </a:solidFill>
              <a:effectLst/>
              <a:uFillTx/>
              <a:latin typeface="DejaVu Sans"/>
              <a:ea typeface="DejaVu Sans"/>
            </a:endParaRPr>
          </a:p>
        </p:txBody>
      </p:sp>
      <p:sp>
        <p:nvSpPr>
          <p:cNvPr id="47" name="Freeform: Shape 44"/>
          <p:cNvSpPr/>
          <p:nvPr/>
        </p:nvSpPr>
        <p:spPr>
          <a:xfrm>
            <a:off x="7740000" y="0"/>
            <a:ext cx="2337480" cy="1617480"/>
          </a:xfrm>
          <a:custGeom>
            <a:avLst/>
            <a:gdLst>
              <a:gd name="textAreaLeft" fmla="*/ 0 w 2337480"/>
              <a:gd name="textAreaRight" fmla="*/ 2340360 w 2337480"/>
              <a:gd name="textAreaTop" fmla="*/ 0 h 1617480"/>
              <a:gd name="textAreaBottom" fmla="*/ 1620360 h 1617480"/>
            </a:gdLst>
            <a:ahLst/>
            <a:cxnLst/>
            <a:rect l="textAreaLeft" t="textAreaTop" r="textAreaRight" b="textAreaBottom"/>
            <a:pathLst>
              <a:path w="6501" h="4501">
                <a:moveTo>
                  <a:pt x="6501" y="0"/>
                </a:moveTo>
                <a:lnTo>
                  <a:pt x="0" y="0"/>
                </a:lnTo>
                <a:lnTo>
                  <a:pt x="6501" y="4501"/>
                </a:lnTo>
                <a:lnTo>
                  <a:pt x="6501" y="0"/>
                </a:lnTo>
                <a:close/>
              </a:path>
            </a:pathLst>
          </a:custGeom>
          <a:solidFill>
            <a:srgbClr val="e8a202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defTabSz="914400">
              <a:lnSpc>
                <a:spcPct val="100000"/>
              </a:lnSpc>
            </a:pPr>
            <a:endParaRPr lang="en-US" sz="1400" b="1" u="none" strike="noStrike">
              <a:solidFill>
                <a:srgbClr val="dddddd"/>
              </a:solidFill>
              <a:effectLst/>
              <a:uFillTx/>
              <a:latin typeface="DejaVu Sans"/>
              <a:ea typeface="DejaVu Sans"/>
            </a:endParaRPr>
          </a:p>
        </p:txBody>
      </p:sp>
      <p:sp>
        <p:nvSpPr>
          <p:cNvPr id="48" name="Freeform: Shape 45"/>
          <p:cNvSpPr/>
          <p:nvPr/>
        </p:nvSpPr>
        <p:spPr>
          <a:xfrm>
            <a:off x="9000000" y="2520000"/>
            <a:ext cx="1077480" cy="3147480"/>
          </a:xfrm>
          <a:custGeom>
            <a:avLst/>
            <a:gdLst>
              <a:gd name="textAreaLeft" fmla="*/ 0 w 1077480"/>
              <a:gd name="textAreaRight" fmla="*/ 1080360 w 1077480"/>
              <a:gd name="textAreaTop" fmla="*/ 0 h 3147480"/>
              <a:gd name="textAreaBottom" fmla="*/ 3150360 h 3147480"/>
            </a:gdLst>
            <a:ahLst/>
            <a:cxnLst/>
            <a:rect l="textAreaLeft" t="textAreaTop" r="textAreaRight" b="textAreaBottom"/>
            <a:pathLst>
              <a:path w="3001" h="8751">
                <a:moveTo>
                  <a:pt x="3001" y="8751"/>
                </a:moveTo>
                <a:lnTo>
                  <a:pt x="3001" y="0"/>
                </a:lnTo>
                <a:lnTo>
                  <a:pt x="0" y="8751"/>
                </a:lnTo>
                <a:lnTo>
                  <a:pt x="3001" y="8751"/>
                </a:lnTo>
                <a:close/>
              </a:path>
            </a:pathLst>
          </a:custGeom>
          <a:solidFill>
            <a:srgbClr val="168253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defTabSz="914400">
              <a:lnSpc>
                <a:spcPct val="100000"/>
              </a:lnSpc>
            </a:pPr>
            <a:endParaRPr lang="en-US" sz="1400" b="1" u="none" strike="noStrike">
              <a:solidFill>
                <a:srgbClr val="dddddd"/>
              </a:solidFill>
              <a:effectLst/>
              <a:uFillTx/>
              <a:latin typeface="DejaVu Sans"/>
              <a:ea typeface="DejaVu Sans"/>
            </a:endParaRPr>
          </a:p>
        </p:txBody>
      </p:sp>
      <p:sp>
        <p:nvSpPr>
          <p:cNvPr id="49" name="Freeform: Shape 46"/>
          <p:cNvSpPr/>
          <p:nvPr/>
        </p:nvSpPr>
        <p:spPr>
          <a:xfrm>
            <a:off x="0" y="4320000"/>
            <a:ext cx="1977480" cy="1347480"/>
          </a:xfrm>
          <a:custGeom>
            <a:avLst/>
            <a:gdLst>
              <a:gd name="textAreaLeft" fmla="*/ 0 w 1977480"/>
              <a:gd name="textAreaRight" fmla="*/ 1980360 w 1977480"/>
              <a:gd name="textAreaTop" fmla="*/ 0 h 1347480"/>
              <a:gd name="textAreaBottom" fmla="*/ 1350360 h 1347480"/>
            </a:gdLst>
            <a:ahLst/>
            <a:cxnLst/>
            <a:rect l="textAreaLeft" t="textAreaTop" r="textAreaRight" b="textAreaBottom"/>
            <a:pathLst>
              <a:path w="5501" h="3751">
                <a:moveTo>
                  <a:pt x="0" y="0"/>
                </a:moveTo>
                <a:lnTo>
                  <a:pt x="0" y="3751"/>
                </a:lnTo>
                <a:lnTo>
                  <a:pt x="5501" y="3751"/>
                </a:lnTo>
                <a:lnTo>
                  <a:pt x="0" y="0"/>
                </a:lnTo>
                <a:close/>
              </a:path>
            </a:pathLst>
          </a:custGeom>
          <a:solidFill>
            <a:srgbClr val="780373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defTabSz="914400">
              <a:lnSpc>
                <a:spcPct val="100000"/>
              </a:lnSpc>
            </a:pPr>
            <a:endParaRPr lang="en-US" sz="1400" b="1" u="none" strike="noStrike">
              <a:solidFill>
                <a:srgbClr val="dddddd"/>
              </a:solidFill>
              <a:effectLst/>
              <a:uFillTx/>
              <a:latin typeface="DejaVu Sans"/>
              <a:ea typeface="DejaVu Sans"/>
            </a:endParaRPr>
          </a:p>
        </p:txBody>
      </p:sp>
      <p:sp>
        <p:nvSpPr>
          <p:cNvPr id="50" name="PlaceHolder 1"/>
          <p:cNvSpPr>
            <a:spLocks noGrp="1"/>
          </p:cNvSpPr>
          <p:nvPr>
            <p:ph type="dt" idx="13"/>
          </p:nvPr>
        </p:nvSpPr>
        <p:spPr>
          <a:xfrm>
            <a:off x="360000" y="5220000"/>
            <a:ext cx="2337120" cy="213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spAutoFit/>
          </a:bodyPr>
          <a:lstStyle>
            <a:lvl1pPr indent="0" defTabSz="914400">
              <a:lnSpc>
                <a:spcPct val="100000"/>
              </a:lnSpc>
              <a:buNone/>
              <a:tabLst>
                <a:tab algn="l" pos="0"/>
              </a:tabLst>
              <a:defRPr lang="en-US" sz="1400" b="0" u="none" strike="noStrike">
                <a:solidFill>
                  <a:srgbClr val="dddddd"/>
                </a:solidFill>
                <a:effectLst/>
                <a:uFillTx/>
                <a:latin typeface="DejaVu Sans"/>
                <a:ea typeface="DejaVu Sans"/>
              </a:defRPr>
            </a:lvl1pPr>
          </a:lstStyle>
          <a:p>
            <a:pPr indent="0" defTabSz="914400">
              <a:lnSpc>
                <a:spcPct val="100000"/>
              </a:lnSpc>
              <a:buNone/>
              <a:tabLst>
                <a:tab algn="l" pos="0"/>
              </a:tabLst>
            </a:pPr>
            <a:r>
              <a:rPr lang="en-US" sz="1400" b="0" u="none" strike="noStrike">
                <a:solidFill>
                  <a:srgbClr val="dddddd"/>
                </a:solidFill>
                <a:effectLst/>
                <a:uFillTx/>
                <a:latin typeface="DejaVu Sans"/>
                <a:ea typeface="DejaVu Sans"/>
              </a:rPr>
              <a:t>&lt;date/time&gt;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FreeSerif"/>
            </a:endParaRPr>
          </a:p>
        </p:txBody>
      </p:sp>
      <p:sp>
        <p:nvSpPr>
          <p:cNvPr id="51" name="PlaceHolder 2"/>
          <p:cNvSpPr>
            <a:spLocks noGrp="1"/>
          </p:cNvSpPr>
          <p:nvPr>
            <p:ph type="ftr" idx="14"/>
          </p:nvPr>
        </p:nvSpPr>
        <p:spPr>
          <a:xfrm>
            <a:off x="3420000" y="5220000"/>
            <a:ext cx="3237120" cy="213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spAutoFit/>
          </a:bodyPr>
          <a:lstStyle>
            <a:lvl1pPr indent="0" algn="ctr" defTabSz="914400">
              <a:lnSpc>
                <a:spcPct val="100000"/>
              </a:lnSpc>
              <a:buNone/>
              <a:tabLst>
                <a:tab algn="l" pos="0"/>
              </a:tabLst>
              <a:defRPr lang="en-US" sz="1400" b="0" u="none" strike="noStrike">
                <a:solidFill>
                  <a:srgbClr val="808080"/>
                </a:solidFill>
                <a:effectLst/>
                <a:uFillTx/>
                <a:latin typeface="DejaVu Sans"/>
                <a:ea typeface="DejaVu Sans"/>
              </a:defRPr>
            </a:lvl1pPr>
          </a:lstStyle>
          <a:p>
            <a:pPr indent="0" algn="ctr" defTabSz="914400">
              <a:lnSpc>
                <a:spcPct val="100000"/>
              </a:lnSpc>
              <a:buNone/>
              <a:tabLst>
                <a:tab algn="l" pos="0"/>
              </a:tabLst>
            </a:pPr>
            <a:r>
              <a:rPr lang="en-US" sz="1400" b="0" u="none" strike="noStrike">
                <a:solidFill>
                  <a:srgbClr val="808080"/>
                </a:solidFill>
                <a:effectLst/>
                <a:uFillTx/>
                <a:latin typeface="DejaVu Sans"/>
                <a:ea typeface="DejaVu Sans"/>
              </a:rPr>
              <a:t>&lt;footer&gt;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FreeSerif"/>
            </a:endParaRPr>
          </a:p>
        </p:txBody>
      </p:sp>
      <p:sp>
        <p:nvSpPr>
          <p:cNvPr id="52" name="PlaceHolder 3"/>
          <p:cNvSpPr>
            <a:spLocks noGrp="1"/>
          </p:cNvSpPr>
          <p:nvPr>
            <p:ph type="sldNum" idx="15"/>
          </p:nvPr>
        </p:nvSpPr>
        <p:spPr>
          <a:xfrm>
            <a:off x="7380000" y="5220000"/>
            <a:ext cx="2337120" cy="213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sp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algn="l" pos="0"/>
              </a:tabLst>
              <a:defRPr lang="en-US" sz="1400" b="0" u="none" strike="noStrike">
                <a:solidFill>
                  <a:srgbClr val="dddddd"/>
                </a:solidFill>
                <a:effectLst/>
                <a:uFillTx/>
                <a:latin typeface="DejaVu Sans"/>
                <a:ea typeface="DejaVu Sans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algn="l" pos="0"/>
              </a:tabLst>
            </a:pPr>
            <a:fld id="{162A27C1-DD17-4AA0-8FDB-AC2FED5EC73F}" type="slidenum">
              <a:rPr lang="en-US" sz="1400" b="0" u="none" strike="noStrike">
                <a:solidFill>
                  <a:srgbClr val="dddddd"/>
                </a:solidFill>
                <a:effectLst/>
                <a:uFillTx/>
                <a:latin typeface="DejaVu Sans"/>
                <a:ea typeface="DejaVu Sans"/>
              </a:rPr>
              <a:t>&lt;number&gt;</a:t>
            </a:fld>
            <a:endParaRPr lang="en-US" sz="1400" b="0" u="none" strike="noStrike">
              <a:solidFill>
                <a:srgbClr val="000000"/>
              </a:solidFill>
              <a:effectLst/>
              <a:uFillTx/>
              <a:latin typeface="FreeSerif"/>
            </a:endParaRPr>
          </a:p>
        </p:txBody>
      </p:sp>
      <p:sp>
        <p:nvSpPr>
          <p:cNvPr id="53" name="PlaceHolder 4"/>
          <p:cNvSpPr>
            <a:spLocks noGrp="1"/>
          </p:cNvSpPr>
          <p:nvPr>
            <p:ph type="title"/>
          </p:nvPr>
        </p:nvSpPr>
        <p:spPr>
          <a:xfrm>
            <a:off x="720000" y="360000"/>
            <a:ext cx="8637120" cy="8971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 defTabSz="914400">
              <a:lnSpc>
                <a:spcPct val="100000"/>
              </a:lnSpc>
              <a:buNone/>
              <a:tabLst>
                <a:tab algn="l" pos="0"/>
              </a:tabLst>
            </a:pPr>
            <a:r>
              <a:rPr lang="en-US" sz="3200" b="0" u="none" strike="noStrike">
                <a:solidFill>
                  <a:srgbClr val="333333"/>
                </a:solidFill>
                <a:effectLst/>
                <a:uFillTx/>
                <a:latin typeface="DejaVu Sans"/>
                <a:ea typeface="DejaVu Sans"/>
              </a:rPr>
              <a:t>Click to edit the title text format</a:t>
            </a:r>
            <a:endParaRPr lang="en-US" sz="3200" b="0" u="none" strike="noStrike">
              <a:solidFill>
                <a:srgbClr val="000000"/>
              </a:solidFill>
              <a:effectLst/>
              <a:uFillTx/>
              <a:latin typeface="FreeSerif"/>
            </a:endParaRPr>
          </a:p>
        </p:txBody>
      </p:sp>
      <p:sp>
        <p:nvSpPr>
          <p:cNvPr id="54" name="PlaceHolder 5"/>
          <p:cNvSpPr>
            <a:spLocks noGrp="1"/>
          </p:cNvSpPr>
          <p:nvPr>
            <p:ph type="body"/>
          </p:nvPr>
        </p:nvSpPr>
        <p:spPr>
          <a:xfrm>
            <a:off x="720000" y="1440000"/>
            <a:ext cx="8637120" cy="35971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 defTabSz="914400">
              <a:lnSpc>
                <a:spcPct val="100000"/>
              </a:lnSpc>
              <a:spcBef>
                <a:spcPts val="1001"/>
              </a:spcBef>
              <a:spcAft>
                <a:spcPts val="1060"/>
              </a:spcAft>
              <a:buClr>
                <a:srgbClr val="666666"/>
              </a:buClr>
              <a:buSzPct val="45000"/>
              <a:buFont typeface="Wingdings" charset="2"/>
              <a:buChar char=""/>
            </a:pPr>
            <a:r>
              <a:rPr lang="en-US" sz="2400" b="0" u="none" strike="noStrike">
                <a:solidFill>
                  <a:srgbClr val="666666"/>
                </a:solidFill>
                <a:effectLst/>
                <a:uFillTx/>
                <a:latin typeface="DejaVu Sans"/>
                <a:ea typeface="DejaVu Sans"/>
              </a:rPr>
              <a:t>Click to edit the outline text format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FreeSerif"/>
            </a:endParaRPr>
          </a:p>
          <a:p>
            <a:pPr marL="864000" lvl="1" indent="-324000" defTabSz="914400">
              <a:lnSpc>
                <a:spcPct val="100000"/>
              </a:lnSpc>
              <a:spcBef>
                <a:spcPts val="499"/>
              </a:spcBef>
              <a:spcAft>
                <a:spcPts val="850"/>
              </a:spcAft>
              <a:buClr>
                <a:srgbClr val="666666"/>
              </a:buClr>
              <a:buSzPct val="75000"/>
              <a:buFont typeface="Symbol" charset="2"/>
              <a:buChar char=""/>
            </a:pPr>
            <a:r>
              <a:rPr lang="en-US" sz="2200" b="0" u="none" strike="noStrike">
                <a:solidFill>
                  <a:srgbClr val="666666"/>
                </a:solidFill>
                <a:effectLst/>
                <a:uFillTx/>
                <a:latin typeface="DejaVu Sans"/>
                <a:ea typeface="DejaVu Sans"/>
              </a:rPr>
              <a:t>Second Outline Level</a:t>
            </a:r>
            <a:endParaRPr lang="en-US" sz="2200" b="0" u="none" strike="noStrike">
              <a:solidFill>
                <a:srgbClr val="000000"/>
              </a:solidFill>
              <a:effectLst/>
              <a:uFillTx/>
              <a:latin typeface="FreeSerif"/>
            </a:endParaRPr>
          </a:p>
          <a:p>
            <a:pPr marL="1296000" lvl="2" indent="-288000" defTabSz="914400">
              <a:lnSpc>
                <a:spcPct val="100000"/>
              </a:lnSpc>
              <a:spcBef>
                <a:spcPts val="499"/>
              </a:spcBef>
              <a:spcAft>
                <a:spcPts val="635"/>
              </a:spcAft>
              <a:buClr>
                <a:srgbClr val="666666"/>
              </a:buClr>
              <a:buSzPct val="45000"/>
              <a:buFont typeface="Wingdings" charset="2"/>
              <a:buChar char=""/>
            </a:pPr>
            <a:r>
              <a:rPr lang="en-US" sz="2000" b="0" u="none" strike="noStrike">
                <a:solidFill>
                  <a:srgbClr val="666666"/>
                </a:solidFill>
                <a:effectLst/>
                <a:uFillTx/>
                <a:latin typeface="DejaVu Sans"/>
                <a:ea typeface="DejaVu Sans"/>
              </a:rPr>
              <a:t>Third Outline Level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FreeSerif"/>
            </a:endParaRPr>
          </a:p>
          <a:p>
            <a:pPr marL="1728000" lvl="3" indent="-216000" defTabSz="914400">
              <a:lnSpc>
                <a:spcPct val="100000"/>
              </a:lnSpc>
              <a:spcBef>
                <a:spcPts val="499"/>
              </a:spcBef>
              <a:spcAft>
                <a:spcPts val="425"/>
              </a:spcAft>
              <a:buClr>
                <a:srgbClr val="666666"/>
              </a:buClr>
              <a:buSzPct val="75000"/>
              <a:buFont typeface="Symbol" charset="2"/>
              <a:buChar char=""/>
            </a:pPr>
            <a:r>
              <a:rPr lang="en-US" sz="1800" b="0" u="none" strike="noStrike">
                <a:solidFill>
                  <a:srgbClr val="666666"/>
                </a:solidFill>
                <a:effectLst/>
                <a:uFillTx/>
                <a:latin typeface="DejaVu Sans"/>
                <a:ea typeface="DejaVu Sans"/>
              </a:rPr>
              <a:t>Fourth Outline Level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FreeSerif"/>
            </a:endParaRPr>
          </a:p>
          <a:p>
            <a:pPr marL="2160000" lvl="4" indent="-216000" defTabSz="914400">
              <a:lnSpc>
                <a:spcPct val="100000"/>
              </a:lnSpc>
              <a:spcBef>
                <a:spcPts val="499"/>
              </a:spcBef>
              <a:spcAft>
                <a:spcPts val="213"/>
              </a:spcAft>
              <a:buClr>
                <a:srgbClr val="666666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rgbClr val="666666"/>
                </a:solidFill>
                <a:effectLst/>
                <a:uFillTx/>
                <a:latin typeface="DejaVu Sans"/>
                <a:ea typeface="DejaVu Sans"/>
              </a:rPr>
              <a:t>Fifth Outline Level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FreeSerif"/>
            </a:endParaRPr>
          </a:p>
          <a:p>
            <a:pPr marL="2592000" lvl="5" indent="-216000" defTabSz="914400">
              <a:lnSpc>
                <a:spcPct val="100000"/>
              </a:lnSpc>
              <a:spcBef>
                <a:spcPts val="499"/>
              </a:spcBef>
              <a:spcAft>
                <a:spcPts val="213"/>
              </a:spcAft>
              <a:buClr>
                <a:srgbClr val="666666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rgbClr val="666666"/>
                </a:solidFill>
                <a:effectLst/>
                <a:uFillTx/>
                <a:latin typeface="DejaVu Sans"/>
                <a:ea typeface="DejaVu Sans"/>
              </a:rPr>
              <a:t>Sixth Outline Level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FreeSerif"/>
            </a:endParaRPr>
          </a:p>
          <a:p>
            <a:pPr marL="3024000" lvl="6" indent="-216000" defTabSz="914400">
              <a:lnSpc>
                <a:spcPct val="100000"/>
              </a:lnSpc>
              <a:spcBef>
                <a:spcPts val="499"/>
              </a:spcBef>
              <a:spcAft>
                <a:spcPts val="213"/>
              </a:spcAft>
              <a:buClr>
                <a:srgbClr val="666666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rgbClr val="666666"/>
                </a:solidFill>
                <a:effectLst/>
                <a:uFillTx/>
                <a:latin typeface="DejaVu Sans"/>
                <a:ea typeface="DejaVu Sans"/>
              </a:rPr>
              <a:t>Seventh Outline Level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FreeSerif"/>
            </a:endParaRPr>
          </a:p>
        </p:txBody>
      </p:sp>
    </p:spTree>
  </p:cSld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<Relationship Id="rId4" Type="http://schemas.openxmlformats.org/officeDocument/2006/relationships/slideLayout" Target="../slideLayouts/slideLayout3.xml"/><Relationship Id="rId5" Type="http://schemas.openxmlformats.org/officeDocument/2006/relationships/slideLayout" Target="../slideLayouts/slideLayout4.xml"/><Relationship Id="rId6" Type="http://schemas.openxmlformats.org/officeDocument/2006/relationships/slideLayout" Target="../slideLayouts/slideLayout5.xml"/>
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2"/>
    <p:sldLayoutId id="2147483650" r:id="rId3"/>
    <p:sldLayoutId id="2147483651" r:id="rId4"/>
    <p:sldLayoutId id="2147483652" r:id="rId5"/>
    <p:sldLayoutId id="2147483653" r:id="rId6"/>
  </p:sldLayoutIdLst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4.xml"/>
</Relationships>
</file>

<file path=ppt/slides/_rels/slide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3.xml"/>
</Relationships>
</file>

<file path=ppt/slides/_rels/slide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5.xml"/>
</Relationships>
</file>

<file path=ppt/slides/_rels/slide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5.xml"/>
</Relationships>
</file>

<file path=ppt/slides/_rels/slide5.xml.rels><?xml version="1.0" encoding="UTF-8"?>
<Relationships xmlns="http://schemas.openxmlformats.org/package/2006/relationships"><Relationship Id="rId1" Type="http://schemas.openxmlformats.org/officeDocument/2006/relationships/slideLayout" Target="../slideLayouts/slideLayout5.xml"/>
</Relationships>
</file>

<file path=ppt/slides/_rels/slide6.xml.rels><?xml version="1.0" encoding="UTF-8"?>
<Relationships xmlns="http://schemas.openxmlformats.org/package/2006/relationships"><Relationship Id="rId1" Type="http://schemas.openxmlformats.org/officeDocument/2006/relationships/slideLayout" Target="../slideLayouts/slideLayout5.xml"/>
</Relationships>
</file>

<file path=ppt/slides/_rels/slide7.xml.rels><?xml version="1.0" encoding="UTF-8"?>
<Relationships xmlns="http://schemas.openxmlformats.org/package/2006/relationships"><Relationship Id="rId1" Type="http://schemas.openxmlformats.org/officeDocument/2006/relationships/slideLayout" Target="../slideLayouts/slideLayout5.xml"/>
</Relationships>
</file>

<file path=ppt/slides/_rels/slide8.xml.rels><?xml version="1.0" encoding="UTF-8"?>
<Relationships xmlns="http://schemas.openxmlformats.org/package/2006/relationships"><Relationship Id="rId1" Type="http://schemas.openxmlformats.org/officeDocument/2006/relationships/slideLayout" Target="../slideLayouts/slideLayout5.xml"/>
</Relationships>
</file>

<file path=ppt/slides/_rels/slide9.xml.rels><?xml version="1.0" encoding="UTF-8"?>
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slideLayout" Target="../slideLayouts/slideLayout5.xml"/>
</Relationships>
</file>

<file path=ppt/slides/_rels/slide10.xml.rels><?xml version="1.0" encoding="UTF-8"?>
<Relationships xmlns="http://schemas.openxmlformats.org/package/2006/relationships"><Relationship Id="rId1" Type="http://schemas.openxmlformats.org/officeDocument/2006/relationships/image" Target="../media/image2.png"/><Relationship Id="rId2" Type="http://schemas.openxmlformats.org/officeDocument/2006/relationships/slideLayout" Target="../slideLayouts/slideLayout5.xml"/>
</Relationships>
</file>

<file path=ppt/slides/_rels/slide11.xml.rels><?xml version="1.0" encoding="UTF-8"?>
<Relationships xmlns="http://schemas.openxmlformats.org/package/2006/relationships"><Relationship Id="rId1" Type="http://schemas.openxmlformats.org/officeDocument/2006/relationships/image" Target="../media/image3.png"/><Relationship Id="rId2" Type="http://schemas.openxmlformats.org/officeDocument/2006/relationships/slideLayout" Target="../slideLayouts/slideLayout5.xml"/>
</Relationships>
</file>

<file path=ppt/slides/_rels/slide12.xml.rels><?xml version="1.0" encoding="UTF-8"?>
<Relationships xmlns="http://schemas.openxmlformats.org/package/2006/relationships"><Relationship Id="rId1" Type="http://schemas.openxmlformats.org/officeDocument/2006/relationships/image" Target="../media/image4.png"/><Relationship Id="rId2" Type="http://schemas.openxmlformats.org/officeDocument/2006/relationships/slideLayout" Target="../slideLayouts/slideLayout5.xml"/>
</Relationships>
</file>

<file path=ppt/slides/_rels/slide13.xml.rels><?xml version="1.0" encoding="UTF-8"?>
<Relationships xmlns="http://schemas.openxmlformats.org/package/2006/relationships"><Relationship Id="rId1" Type="http://schemas.openxmlformats.org/officeDocument/2006/relationships/image" Target="../media/image5.png"/><Relationship Id="rId2" Type="http://schemas.openxmlformats.org/officeDocument/2006/relationships/slideLayout" Target="../slideLayouts/slideLayout5.xml"/>
</Relationships>
</file>

<file path=ppt/slides/_rels/slide1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5.xml"/>
</Relationships>
</file>

<file path=ppt/slides/_rels/slide15.xml.rels><?xml version="1.0" encoding="UTF-8"?>
<Relationships xmlns="http://schemas.openxmlformats.org/package/2006/relationships"><Relationship Id="rId1" Type="http://schemas.openxmlformats.org/officeDocument/2006/relationships/slideLayout" Target="../slideLayouts/slideLayout5.xml"/>
</Relationships>
</file>

<file path=ppt/slides/_rels/slide16.xml.rels><?xml version="1.0" encoding="UTF-8"?>
<Relationships xmlns="http://schemas.openxmlformats.org/package/2006/relationships"><Relationship Id="rId1" Type="http://schemas.openxmlformats.org/officeDocument/2006/relationships/slideLayout" Target="../slideLayouts/slideLayout5.xml"/>
</Relationships>
</file>

<file path=ppt/slides/_rels/slide17.xml.rels><?xml version="1.0" encoding="UTF-8"?>
<Relationships xmlns="http://schemas.openxmlformats.org/package/2006/relationships"><Relationship Id="rId1" Type="http://schemas.openxmlformats.org/officeDocument/2006/relationships/slideLayout" Target="../slideLayouts/slideLayout5.xml"/>
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PlaceHolder 1"/>
          <p:cNvSpPr>
            <a:spLocks noGrp="1"/>
          </p:cNvSpPr>
          <p:nvPr>
            <p:ph type="title"/>
          </p:nvPr>
        </p:nvSpPr>
        <p:spPr>
          <a:xfrm>
            <a:off x="1765080" y="361800"/>
            <a:ext cx="6589800" cy="6717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spAutoFit/>
          </a:bodyPr>
          <a:p>
            <a:pPr indent="0" algn="ctr" defTabSz="914400">
              <a:lnSpc>
                <a:spcPct val="100000"/>
              </a:lnSpc>
              <a:buNone/>
              <a:tabLst>
                <a:tab algn="l" pos="0"/>
              </a:tabLst>
            </a:pPr>
            <a:r>
              <a:rPr lang="en-US" sz="3200" b="1" u="none" strike="noStrike">
                <a:solidFill>
                  <a:srgbClr val="000000"/>
                </a:solidFill>
                <a:effectLst/>
                <a:uFillTx/>
                <a:latin typeface="FreeSans"/>
                <a:ea typeface="DejaVu Sans"/>
              </a:rPr>
              <a:t>Project Title</a:t>
            </a:r>
            <a:endParaRPr lang="en-US" sz="3200" b="0" u="none" strike="noStrike">
              <a:solidFill>
                <a:srgbClr val="000000"/>
              </a:solidFill>
              <a:effectLst/>
              <a:uFillTx/>
              <a:latin typeface="FreeSerif"/>
            </a:endParaRPr>
          </a:p>
        </p:txBody>
      </p:sp>
      <p:sp>
        <p:nvSpPr>
          <p:cNvPr id="56" name="PlaceHolder 2"/>
          <p:cNvSpPr>
            <a:spLocks noGrp="1"/>
          </p:cNvSpPr>
          <p:nvPr>
            <p:ph/>
          </p:nvPr>
        </p:nvSpPr>
        <p:spPr>
          <a:xfrm>
            <a:off x="375120" y="1172520"/>
            <a:ext cx="9369720" cy="41583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 anchorCtr="1">
            <a:normAutofit/>
          </a:bodyPr>
          <a:p>
            <a:pPr marL="432000" indent="0" algn="ctr" defTabSz="914400">
              <a:lnSpc>
                <a:spcPct val="100000"/>
              </a:lnSpc>
              <a:spcAft>
                <a:spcPts val="1060"/>
              </a:spcAft>
              <a:buNone/>
              <a:tabLst>
                <a:tab algn="l" pos="0"/>
              </a:tabLst>
            </a:pPr>
            <a:r>
              <a:rPr lang="en-US" sz="2400" b="0" u="none" strike="noStrike">
                <a:solidFill>
                  <a:srgbClr val="000000"/>
                </a:solidFill>
                <a:effectLst/>
                <a:uFillTx/>
                <a:latin typeface="FreeSans"/>
                <a:ea typeface="DejaVu Sans"/>
              </a:rPr>
              <a:t>Urban Ride : Online Car Rental Management System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FreeSerif"/>
            </a:endParaRPr>
          </a:p>
          <a:p>
            <a:pPr marL="432000" indent="0" algn="ctr" defTabSz="914400">
              <a:lnSpc>
                <a:spcPct val="100000"/>
              </a:lnSpc>
              <a:spcAft>
                <a:spcPts val="1060"/>
              </a:spcAft>
              <a:buNone/>
              <a:tabLst>
                <a:tab algn="l" pos="0"/>
              </a:tabLst>
            </a:pPr>
            <a:endParaRPr lang="en-US" sz="2400" b="0" u="none" strike="noStrike">
              <a:solidFill>
                <a:srgbClr val="000000"/>
              </a:solidFill>
              <a:effectLst/>
              <a:uFillTx/>
              <a:latin typeface="FreeSerif"/>
            </a:endParaRPr>
          </a:p>
          <a:p>
            <a:pPr marL="432000" indent="0" algn="ctr" defTabSz="914400">
              <a:lnSpc>
                <a:spcPct val="100000"/>
              </a:lnSpc>
              <a:spcAft>
                <a:spcPts val="1060"/>
              </a:spcAft>
              <a:buNone/>
              <a:tabLst>
                <a:tab algn="l" pos="0"/>
              </a:tabLst>
            </a:pPr>
            <a:r>
              <a:rPr lang="en-US" sz="2400" b="0" u="none" strike="noStrike">
                <a:solidFill>
                  <a:srgbClr val="000000"/>
                </a:solidFill>
                <a:effectLst/>
                <a:uFillTx/>
                <a:latin typeface="FreeSans"/>
                <a:ea typeface="DejaVu Sans"/>
              </a:rPr>
              <a:t>Members: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FreeSerif"/>
            </a:endParaRPr>
          </a:p>
          <a:p>
            <a:pPr marL="432000" indent="0" algn="ctr" defTabSz="914400">
              <a:lnSpc>
                <a:spcPct val="100000"/>
              </a:lnSpc>
              <a:spcAft>
                <a:spcPts val="1060"/>
              </a:spcAft>
              <a:buNone/>
              <a:tabLst>
                <a:tab algn="l" pos="0"/>
              </a:tabLst>
            </a:pPr>
            <a:r>
              <a:rPr lang="en-US" sz="2400" b="0" u="none" strike="noStrike">
                <a:solidFill>
                  <a:srgbClr val="000000"/>
                </a:solidFill>
                <a:effectLst/>
                <a:uFillTx/>
                <a:latin typeface="FreeSans"/>
                <a:ea typeface="DejaVu Sans"/>
              </a:rPr>
              <a:t>   1426 : Ikrama Kathiyara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FreeSerif"/>
            </a:endParaRPr>
          </a:p>
          <a:p>
            <a:pPr marL="432000" indent="0" algn="ctr" defTabSz="914400">
              <a:lnSpc>
                <a:spcPct val="100000"/>
              </a:lnSpc>
              <a:spcAft>
                <a:spcPts val="1060"/>
              </a:spcAft>
              <a:buNone/>
              <a:tabLst>
                <a:tab algn="l" pos="0"/>
              </a:tabLst>
            </a:pPr>
            <a:r>
              <a:rPr lang="en-US" sz="2400" b="0" u="none" strike="noStrike">
                <a:solidFill>
                  <a:srgbClr val="000000"/>
                </a:solidFill>
                <a:effectLst/>
                <a:uFillTx/>
                <a:latin typeface="FreeSans"/>
                <a:ea typeface="DejaVu Sans"/>
              </a:rPr>
              <a:t>1437 : Rudra Padhiyar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FreeSerif"/>
            </a:endParaRPr>
          </a:p>
          <a:p>
            <a:pPr marL="432000" indent="0" algn="ctr" defTabSz="914400">
              <a:lnSpc>
                <a:spcPct val="100000"/>
              </a:lnSpc>
              <a:spcAft>
                <a:spcPts val="1060"/>
              </a:spcAft>
              <a:buNone/>
              <a:tabLst>
                <a:tab algn="l" pos="0"/>
              </a:tabLst>
            </a:pPr>
            <a:r>
              <a:rPr lang="en-US" sz="2400" b="0" u="none" strike="noStrike">
                <a:solidFill>
                  <a:srgbClr val="000000"/>
                </a:solidFill>
                <a:effectLst/>
                <a:uFillTx/>
                <a:latin typeface="FreeSans"/>
                <a:ea typeface="DejaVu Sans"/>
              </a:rPr>
              <a:t>1452 : Fahad Shaikh   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FreeSerif"/>
            </a:endParaRPr>
          </a:p>
          <a:p>
            <a:pPr marL="432000" indent="0" algn="ctr" defTabSz="914400">
              <a:lnSpc>
                <a:spcPct val="100000"/>
              </a:lnSpc>
              <a:spcAft>
                <a:spcPts val="1060"/>
              </a:spcAft>
              <a:buNone/>
              <a:tabLst>
                <a:tab algn="l" pos="0"/>
              </a:tabLst>
            </a:pPr>
            <a:endParaRPr lang="en-US" sz="2400" b="0" u="none" strike="noStrike">
              <a:solidFill>
                <a:srgbClr val="000000"/>
              </a:solidFill>
              <a:effectLst/>
              <a:uFillTx/>
              <a:latin typeface="FreeSerif"/>
            </a:endParaRPr>
          </a:p>
          <a:p>
            <a:pPr marL="432000" indent="0" algn="r" defTabSz="914400">
              <a:lnSpc>
                <a:spcPct val="100000"/>
              </a:lnSpc>
              <a:spcAft>
                <a:spcPts val="1060"/>
              </a:spcAft>
              <a:buNone/>
              <a:tabLst>
                <a:tab algn="l" pos="0"/>
              </a:tabLst>
            </a:pPr>
            <a:r>
              <a:rPr lang="en-US" sz="2400" b="0" u="none" strike="noStrike">
                <a:solidFill>
                  <a:srgbClr val="000000"/>
                </a:solidFill>
                <a:effectLst/>
                <a:uFillTx/>
                <a:latin typeface="FreeSans"/>
                <a:ea typeface="DejaVu Sans"/>
              </a:rPr>
              <a:t>Mentor: Prof. Shreyas Trivedi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FreeSerif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sldNum" idx="12"/>
          </p:nvPr>
        </p:nvSpPr>
        <p:spPr/>
        <p:txBody>
          <a:bodyPr/>
          <a:p>
            <a:fld id="{B80185CC-26DA-44DE-B3A6-84A27A7124CA}" type="slidenum">
              <a:t>1</a:t>
            </a:fld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PlaceHolder 1"/>
          <p:cNvSpPr>
            <a:spLocks noGrp="1"/>
          </p:cNvSpPr>
          <p:nvPr>
            <p:ph type="title"/>
          </p:nvPr>
        </p:nvSpPr>
        <p:spPr>
          <a:xfrm>
            <a:off x="2334600" y="1144080"/>
            <a:ext cx="5079960" cy="6717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spAutoFit/>
          </a:bodyPr>
          <a:p>
            <a:pPr indent="0" algn="ctr" defTabSz="914400">
              <a:lnSpc>
                <a:spcPct val="100000"/>
              </a:lnSpc>
              <a:buNone/>
              <a:tabLst>
                <a:tab algn="l" pos="0"/>
              </a:tabLst>
            </a:pPr>
            <a:r>
              <a:rPr lang="en-US" sz="3200" b="1" u="none" strike="noStrike">
                <a:solidFill>
                  <a:srgbClr val="000000"/>
                </a:solidFill>
                <a:effectLst/>
                <a:uFillTx/>
                <a:latin typeface="FreeSans"/>
                <a:ea typeface="DejaVu Sans"/>
              </a:rPr>
              <a:t>Project Proposal &amp; Planning</a:t>
            </a:r>
            <a:endParaRPr lang="en-US" sz="3200" b="0" u="none" strike="noStrike">
              <a:solidFill>
                <a:srgbClr val="000000"/>
              </a:solidFill>
              <a:effectLst/>
              <a:uFillTx/>
              <a:latin typeface="FreeSerif"/>
            </a:endParaRPr>
          </a:p>
        </p:txBody>
      </p:sp>
      <p:sp>
        <p:nvSpPr>
          <p:cNvPr id="58" name="PlaceHolder 2"/>
          <p:cNvSpPr>
            <a:spLocks noGrp="1"/>
          </p:cNvSpPr>
          <p:nvPr>
            <p:ph/>
          </p:nvPr>
        </p:nvSpPr>
        <p:spPr>
          <a:xfrm>
            <a:off x="1371600" y="2514600"/>
            <a:ext cx="7540920" cy="24091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 defTabSz="914400">
              <a:lnSpc>
                <a:spcPct val="100000"/>
              </a:lnSpc>
              <a:spcAft>
                <a:spcPts val="1060"/>
              </a:spcAft>
              <a:buClr>
                <a:srgbClr val="666666"/>
              </a:buClr>
              <a:buSzPct val="45000"/>
              <a:buFont typeface="Wingdings" charset="2"/>
              <a:buChar char=""/>
            </a:pPr>
            <a:r>
              <a:rPr lang="en-US" sz="2400" b="0" u="none" strike="noStrike">
                <a:solidFill>
                  <a:srgbClr val="000000"/>
                </a:solidFill>
                <a:effectLst/>
                <a:uFillTx/>
                <a:latin typeface="FreeSans"/>
                <a:ea typeface="DejaVu Sans"/>
              </a:rPr>
              <a:t>We aim to develop a car rental platform , that lets users rent cars for a specific time.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FreeSerif"/>
            </a:endParaRPr>
          </a:p>
          <a:p>
            <a:pPr marL="432000" indent="0" defTabSz="914400">
              <a:lnSpc>
                <a:spcPct val="100000"/>
              </a:lnSpc>
              <a:spcAft>
                <a:spcPts val="1060"/>
              </a:spcAft>
              <a:buNone/>
              <a:tabLst>
                <a:tab algn="l" pos="0"/>
              </a:tabLst>
            </a:pPr>
            <a:endParaRPr lang="en-US" sz="2400" b="0" u="none" strike="noStrike">
              <a:solidFill>
                <a:srgbClr val="000000"/>
              </a:solidFill>
              <a:effectLst/>
              <a:uFillTx/>
              <a:latin typeface="FreeSerif"/>
            </a:endParaRPr>
          </a:p>
          <a:p>
            <a:pPr marL="432000" indent="-324000" defTabSz="914400">
              <a:lnSpc>
                <a:spcPct val="100000"/>
              </a:lnSpc>
              <a:spcAft>
                <a:spcPts val="1060"/>
              </a:spcAft>
              <a:buClr>
                <a:srgbClr val="666666"/>
              </a:buClr>
              <a:buSzPct val="45000"/>
              <a:buFont typeface="Wingdings" charset="2"/>
              <a:buChar char=""/>
              <a:tabLst>
                <a:tab algn="l" pos="0"/>
              </a:tabLst>
            </a:pPr>
            <a:r>
              <a:rPr lang="en-US" sz="2400" b="0" u="none" strike="noStrike">
                <a:solidFill>
                  <a:srgbClr val="000000"/>
                </a:solidFill>
                <a:effectLst/>
                <a:uFillTx/>
                <a:latin typeface="FreeSans"/>
                <a:ea typeface="DejaVu Sans"/>
              </a:rPr>
              <a:t>The system will provide administrative tools for managing vehicles , bookings and users.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FreeSerif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sldNum" idx="9"/>
          </p:nvPr>
        </p:nvSpPr>
        <p:spPr/>
        <p:txBody>
          <a:bodyPr/>
          <a:p>
            <a:fld id="{E91CF558-2AEC-47AC-BE23-B0F75A00716C}" type="slidenum">
              <a:t>2</a:t>
            </a:fld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PlaceHolder 1"/>
          <p:cNvSpPr>
            <a:spLocks noGrp="1"/>
          </p:cNvSpPr>
          <p:nvPr>
            <p:ph type="title"/>
          </p:nvPr>
        </p:nvSpPr>
        <p:spPr>
          <a:xfrm>
            <a:off x="720000" y="472680"/>
            <a:ext cx="8637120" cy="6717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spAutoFit/>
          </a:bodyPr>
          <a:p>
            <a:pPr indent="0" algn="ctr" defTabSz="914400">
              <a:lnSpc>
                <a:spcPct val="100000"/>
              </a:lnSpc>
              <a:buNone/>
              <a:tabLst>
                <a:tab algn="l" pos="0"/>
              </a:tabLst>
            </a:pPr>
            <a:r>
              <a:rPr lang="en-US" sz="3200" b="1" u="none" strike="noStrike">
                <a:solidFill>
                  <a:srgbClr val="000000"/>
                </a:solidFill>
                <a:effectLst/>
                <a:uFillTx/>
                <a:latin typeface="FreeSans"/>
                <a:ea typeface="DejaVu Sans"/>
              </a:rPr>
              <a:t>Problem Statment</a:t>
            </a:r>
            <a:endParaRPr lang="en-US" sz="3200" b="0" u="none" strike="noStrike">
              <a:solidFill>
                <a:srgbClr val="000000"/>
              </a:solidFill>
              <a:effectLst/>
              <a:uFillTx/>
              <a:latin typeface="FreeSerif"/>
            </a:endParaRPr>
          </a:p>
        </p:txBody>
      </p:sp>
      <p:sp>
        <p:nvSpPr>
          <p:cNvPr id="60" name="PlaceHolder 2"/>
          <p:cNvSpPr>
            <a:spLocks noGrp="1"/>
          </p:cNvSpPr>
          <p:nvPr>
            <p:ph/>
          </p:nvPr>
        </p:nvSpPr>
        <p:spPr>
          <a:xfrm>
            <a:off x="720000" y="1440000"/>
            <a:ext cx="8637120" cy="35971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 defTabSz="914400">
              <a:lnSpc>
                <a:spcPct val="100000"/>
              </a:lnSpc>
              <a:spcAft>
                <a:spcPts val="1060"/>
              </a:spcAft>
              <a:buClr>
                <a:srgbClr val="666666"/>
              </a:buClr>
              <a:buSzPct val="45000"/>
              <a:buFont typeface="Wingdings" charset="2"/>
              <a:buChar char=""/>
            </a:pPr>
            <a:r>
              <a:rPr lang="en-US" sz="2400" b="0" u="none" strike="noStrike">
                <a:solidFill>
                  <a:srgbClr val="000000"/>
                </a:solidFill>
                <a:effectLst/>
                <a:uFillTx/>
                <a:latin typeface="FreeSans"/>
                <a:ea typeface="DejaVu Sans"/>
              </a:rPr>
              <a:t>Traditional car rental systems often rely on manual or semi-digital processes that are inefficient, time-consuming, and prone to errors.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FreeSerif"/>
            </a:endParaRPr>
          </a:p>
          <a:p>
            <a:pPr marL="432000" indent="-324000" defTabSz="914400">
              <a:lnSpc>
                <a:spcPct val="100000"/>
              </a:lnSpc>
              <a:spcAft>
                <a:spcPts val="1060"/>
              </a:spcAft>
              <a:buClr>
                <a:srgbClr val="666666"/>
              </a:buClr>
              <a:buSzPct val="45000"/>
              <a:buFont typeface="Wingdings" charset="2"/>
              <a:buChar char=""/>
            </a:pPr>
            <a:r>
              <a:rPr lang="en-US" sz="2400" b="0" u="none" strike="noStrike">
                <a:solidFill>
                  <a:srgbClr val="000000"/>
                </a:solidFill>
                <a:effectLst/>
                <a:uFillTx/>
                <a:latin typeface="FreeSans"/>
                <a:ea typeface="DejaVu Sans"/>
              </a:rPr>
              <a:t>Customers lack access to real-time vehicle availability, while service providers face challenges in managing bookings and vehicle data.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FreeSerif"/>
            </a:endParaRPr>
          </a:p>
          <a:p>
            <a:pPr marL="432000" indent="-324000" defTabSz="914400">
              <a:lnSpc>
                <a:spcPct val="100000"/>
              </a:lnSpc>
              <a:spcAft>
                <a:spcPts val="1060"/>
              </a:spcAft>
              <a:buClr>
                <a:srgbClr val="666666"/>
              </a:buClr>
              <a:buSzPct val="45000"/>
              <a:buFont typeface="Wingdings" charset="2"/>
              <a:buChar char=""/>
            </a:pPr>
            <a:r>
              <a:rPr lang="en-US" sz="2400" b="0" u="none" strike="noStrike">
                <a:solidFill>
                  <a:srgbClr val="000000"/>
                </a:solidFill>
                <a:effectLst/>
                <a:uFillTx/>
                <a:latin typeface="FreeSans"/>
                <a:ea typeface="DejaVu Sans"/>
              </a:rPr>
              <a:t>This project proposes the development of a web-based car rental platform to streamline rental operations and improve user experience.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FreeSerif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sldNum" idx="15"/>
          </p:nvPr>
        </p:nvSpPr>
        <p:spPr/>
        <p:txBody>
          <a:bodyPr/>
          <a:p>
            <a:fld id="{30F53277-59DD-45A7-932D-2EAC3F51A8ED}" type="slidenum">
              <a:t>3</a:t>
            </a:fld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" name="PlaceHolder 1"/>
          <p:cNvSpPr>
            <a:spLocks noGrp="1"/>
          </p:cNvSpPr>
          <p:nvPr>
            <p:ph type="title"/>
          </p:nvPr>
        </p:nvSpPr>
        <p:spPr>
          <a:xfrm>
            <a:off x="720000" y="472680"/>
            <a:ext cx="8637120" cy="6717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spAutoFit/>
          </a:bodyPr>
          <a:p>
            <a:pPr indent="0" algn="ctr" defTabSz="914400">
              <a:lnSpc>
                <a:spcPct val="100000"/>
              </a:lnSpc>
              <a:buNone/>
              <a:tabLst>
                <a:tab algn="l" pos="0"/>
              </a:tabLst>
            </a:pPr>
            <a:r>
              <a:rPr lang="en-US" sz="3200" b="1" u="none" strike="noStrike">
                <a:solidFill>
                  <a:srgbClr val="000000"/>
                </a:solidFill>
                <a:effectLst/>
                <a:uFillTx/>
                <a:latin typeface="FreeSans"/>
                <a:ea typeface="DejaVu Sans"/>
              </a:rPr>
              <a:t>System Analysis (Existing System)</a:t>
            </a:r>
            <a:endParaRPr lang="en-US" sz="3200" b="0" u="none" strike="noStrike">
              <a:solidFill>
                <a:srgbClr val="000000"/>
              </a:solidFill>
              <a:effectLst/>
              <a:uFillTx/>
              <a:latin typeface="FreeSerif"/>
            </a:endParaRPr>
          </a:p>
        </p:txBody>
      </p:sp>
      <p:sp>
        <p:nvSpPr>
          <p:cNvPr id="62" name="PlaceHolder 2"/>
          <p:cNvSpPr>
            <a:spLocks noGrp="1"/>
          </p:cNvSpPr>
          <p:nvPr>
            <p:ph/>
          </p:nvPr>
        </p:nvSpPr>
        <p:spPr>
          <a:xfrm>
            <a:off x="720000" y="1440000"/>
            <a:ext cx="8637120" cy="35971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lnSpcReduction="9999"/>
          </a:bodyPr>
          <a:p>
            <a:pPr marL="432000" indent="-324000" defTabSz="914400">
              <a:lnSpc>
                <a:spcPct val="100000"/>
              </a:lnSpc>
              <a:spcAft>
                <a:spcPts val="1060"/>
              </a:spcAft>
              <a:buClr>
                <a:srgbClr val="666666"/>
              </a:buClr>
              <a:buSzPct val="45000"/>
              <a:buFont typeface="Wingdings" charset="2"/>
              <a:buChar char=""/>
            </a:pPr>
            <a:r>
              <a:rPr lang="en-US" sz="2400" b="0" u="none" strike="noStrike">
                <a:solidFill>
                  <a:srgbClr val="000000"/>
                </a:solidFill>
                <a:effectLst/>
                <a:uFillTx/>
                <a:latin typeface="FreeSans"/>
                <a:ea typeface="DejaVu Sans"/>
              </a:rPr>
              <a:t>The existing car rental systems primarily rely on manual processes or basic digital tools such as phone calls , paper records , and spreadsheets.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FreeSerif"/>
            </a:endParaRPr>
          </a:p>
          <a:p>
            <a:pPr marL="432000" indent="-324000" defTabSz="914400">
              <a:lnSpc>
                <a:spcPct val="100000"/>
              </a:lnSpc>
              <a:spcAft>
                <a:spcPts val="1060"/>
              </a:spcAft>
              <a:buClr>
                <a:srgbClr val="666666"/>
              </a:buClr>
              <a:buSzPct val="45000"/>
              <a:buFont typeface="Wingdings" charset="2"/>
              <a:buChar char=""/>
            </a:pPr>
            <a:r>
              <a:rPr lang="en-US" sz="2400" b="0" u="none" strike="noStrike">
                <a:solidFill>
                  <a:srgbClr val="000000"/>
                </a:solidFill>
                <a:effectLst/>
                <a:uFillTx/>
                <a:latin typeface="FreeSans"/>
                <a:ea typeface="DejaVu Sans"/>
              </a:rPr>
              <a:t>Customers are required to contact the rental service provider directly to inquire about vehicle availability, pricing and booking details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FreeSerif"/>
            </a:endParaRPr>
          </a:p>
          <a:p>
            <a:pPr marL="432000" indent="-324000" defTabSz="914400">
              <a:lnSpc>
                <a:spcPct val="100000"/>
              </a:lnSpc>
              <a:spcAft>
                <a:spcPts val="1060"/>
              </a:spcAft>
              <a:buClr>
                <a:srgbClr val="666666"/>
              </a:buClr>
              <a:buSzPct val="45000"/>
              <a:buFont typeface="Wingdings" charset="2"/>
              <a:buChar char=""/>
            </a:pPr>
            <a:r>
              <a:rPr lang="en-US" sz="2400" b="0" u="none" strike="noStrike">
                <a:solidFill>
                  <a:srgbClr val="000000"/>
                </a:solidFill>
                <a:effectLst/>
                <a:uFillTx/>
                <a:latin typeface="FreeSans"/>
                <a:ea typeface="DejaVu Sans"/>
              </a:rPr>
              <a:t>Real examples of existing systems and how we are different: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FreeSerif"/>
            </a:endParaRPr>
          </a:p>
          <a:p>
            <a:pPr marL="432000" indent="-324000" defTabSz="914400">
              <a:lnSpc>
                <a:spcPct val="100000"/>
              </a:lnSpc>
              <a:spcAft>
                <a:spcPts val="1060"/>
              </a:spcAft>
              <a:buClr>
                <a:srgbClr val="666666"/>
              </a:buClr>
              <a:buSzPct val="45000"/>
              <a:buFont typeface="Wingdings" charset="2"/>
              <a:buChar char=""/>
            </a:pPr>
            <a:r>
              <a:rPr lang="en-US" sz="2400" b="0" u="none" strike="noStrike">
                <a:solidFill>
                  <a:srgbClr val="000000"/>
                </a:solidFill>
                <a:effectLst/>
                <a:uFillTx/>
                <a:latin typeface="FreeSans"/>
                <a:ea typeface="DejaVu Sans"/>
              </a:rPr>
              <a:t>Olacabs : does not allow self-drive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FreeSerif"/>
            </a:endParaRPr>
          </a:p>
          <a:p>
            <a:pPr marL="432000" indent="-324000" defTabSz="914400">
              <a:lnSpc>
                <a:spcPct val="100000"/>
              </a:lnSpc>
              <a:spcAft>
                <a:spcPts val="1060"/>
              </a:spcAft>
              <a:buClr>
                <a:srgbClr val="666666"/>
              </a:buClr>
              <a:buSzPct val="45000"/>
              <a:buFont typeface="Wingdings" charset="2"/>
              <a:buChar char=""/>
            </a:pPr>
            <a:r>
              <a:rPr lang="en-US" sz="2400" b="0" u="none" strike="noStrike">
                <a:solidFill>
                  <a:srgbClr val="000000"/>
                </a:solidFill>
                <a:effectLst/>
                <a:uFillTx/>
                <a:latin typeface="FreeSans"/>
                <a:ea typeface="DejaVu Sans"/>
              </a:rPr>
              <a:t>Zoomcar : does not allow web platform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FreeSerif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sldNum" idx="15"/>
          </p:nvPr>
        </p:nvSpPr>
        <p:spPr/>
        <p:txBody>
          <a:bodyPr/>
          <a:p>
            <a:fld id="{0A0F39A2-CC4B-497A-A010-714FDBFCEC5E}" type="slidenum">
              <a:t>4</a:t>
            </a:fld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PlaceHolder 1"/>
          <p:cNvSpPr>
            <a:spLocks noGrp="1"/>
          </p:cNvSpPr>
          <p:nvPr>
            <p:ph type="title"/>
          </p:nvPr>
        </p:nvSpPr>
        <p:spPr>
          <a:xfrm>
            <a:off x="720000" y="472680"/>
            <a:ext cx="8637120" cy="6717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spAutoFit/>
          </a:bodyPr>
          <a:p>
            <a:pPr indent="0" algn="ctr" defTabSz="914400">
              <a:lnSpc>
                <a:spcPct val="100000"/>
              </a:lnSpc>
              <a:buNone/>
              <a:tabLst>
                <a:tab algn="l" pos="0"/>
              </a:tabLst>
            </a:pPr>
            <a:r>
              <a:rPr lang="en-US" sz="3200" b="1" u="none" strike="noStrike">
                <a:solidFill>
                  <a:srgbClr val="000000"/>
                </a:solidFill>
                <a:effectLst/>
                <a:uFillTx/>
                <a:latin typeface="FreeSans"/>
                <a:ea typeface="DejaVu Sans"/>
              </a:rPr>
              <a:t>System Analysis (Proposed System)</a:t>
            </a:r>
            <a:endParaRPr lang="en-US" sz="3200" b="0" u="none" strike="noStrike">
              <a:solidFill>
                <a:srgbClr val="000000"/>
              </a:solidFill>
              <a:effectLst/>
              <a:uFillTx/>
              <a:latin typeface="FreeSerif"/>
            </a:endParaRPr>
          </a:p>
        </p:txBody>
      </p:sp>
      <p:sp>
        <p:nvSpPr>
          <p:cNvPr id="64" name="PlaceHolder 2"/>
          <p:cNvSpPr>
            <a:spLocks noGrp="1"/>
          </p:cNvSpPr>
          <p:nvPr>
            <p:ph/>
          </p:nvPr>
        </p:nvSpPr>
        <p:spPr>
          <a:xfrm>
            <a:off x="720000" y="1440000"/>
            <a:ext cx="8637120" cy="35971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 defTabSz="914400">
              <a:lnSpc>
                <a:spcPct val="100000"/>
              </a:lnSpc>
              <a:spcAft>
                <a:spcPts val="1060"/>
              </a:spcAft>
              <a:buClr>
                <a:srgbClr val="666666"/>
              </a:buClr>
              <a:buSzPct val="45000"/>
              <a:buFont typeface="Wingdings" charset="2"/>
              <a:buChar char=""/>
            </a:pPr>
            <a:r>
              <a:rPr lang="en-US" sz="2400" b="0" u="none" strike="noStrike">
                <a:solidFill>
                  <a:srgbClr val="000000"/>
                </a:solidFill>
                <a:effectLst/>
                <a:uFillTx/>
                <a:latin typeface="FreeSans"/>
                <a:ea typeface="DejaVu Sans"/>
              </a:rPr>
              <a:t>The proposed system is a web-based car rental platform designed to overcome the limitations of the existing system by automating rental operationss and providing a centralized digital solution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FreeSerif"/>
            </a:endParaRPr>
          </a:p>
          <a:p>
            <a:pPr marL="432000" indent="-324000" defTabSz="914400">
              <a:lnSpc>
                <a:spcPct val="100000"/>
              </a:lnSpc>
              <a:spcAft>
                <a:spcPts val="1060"/>
              </a:spcAft>
              <a:buClr>
                <a:srgbClr val="666666"/>
              </a:buClr>
              <a:buSzPct val="45000"/>
              <a:buFont typeface="Wingdings" charset="2"/>
              <a:buChar char=""/>
            </a:pPr>
            <a:r>
              <a:rPr lang="en-US" sz="2400" b="0" u="none" strike="noStrike">
                <a:solidFill>
                  <a:srgbClr val="000000"/>
                </a:solidFill>
                <a:effectLst/>
                <a:uFillTx/>
                <a:latin typeface="FreeSans"/>
                <a:ea typeface="DejaVu Sans"/>
              </a:rPr>
              <a:t>The system allows customers to browse available vehicles, make booking online , and manage their reservations conveniently.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FreeSerif"/>
            </a:endParaRPr>
          </a:p>
          <a:p>
            <a:pPr marL="432000" indent="-324000" defTabSz="914400">
              <a:lnSpc>
                <a:spcPct val="100000"/>
              </a:lnSpc>
              <a:spcAft>
                <a:spcPts val="1060"/>
              </a:spcAft>
              <a:buClr>
                <a:srgbClr val="666666"/>
              </a:buClr>
              <a:buSzPct val="45000"/>
              <a:buFont typeface="Wingdings" charset="2"/>
              <a:buChar char=""/>
            </a:pPr>
            <a:r>
              <a:rPr lang="en-US" sz="2400" b="0" u="none" strike="noStrike">
                <a:solidFill>
                  <a:srgbClr val="000000"/>
                </a:solidFill>
                <a:effectLst/>
                <a:uFillTx/>
                <a:latin typeface="FreeSans"/>
                <a:ea typeface="DejaVu Sans"/>
              </a:rPr>
              <a:t>Administrators can manage vehicles , users, and bookings through a secure dashboard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FreeSerif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sldNum" idx="15"/>
          </p:nvPr>
        </p:nvSpPr>
        <p:spPr/>
        <p:txBody>
          <a:bodyPr/>
          <a:p>
            <a:fld id="{866F76C2-69A0-4E42-8E06-80A36C8CFAAA}" type="slidenum">
              <a:t>5</a:t>
            </a:fld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PlaceHolder 1"/>
          <p:cNvSpPr>
            <a:spLocks noGrp="1"/>
          </p:cNvSpPr>
          <p:nvPr>
            <p:ph type="title"/>
          </p:nvPr>
        </p:nvSpPr>
        <p:spPr>
          <a:xfrm>
            <a:off x="720000" y="360000"/>
            <a:ext cx="8637120" cy="8971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 defTabSz="914400">
              <a:lnSpc>
                <a:spcPct val="90000"/>
              </a:lnSpc>
              <a:buNone/>
              <a:tabLst>
                <a:tab algn="l" pos="0"/>
              </a:tabLst>
            </a:pPr>
            <a:r>
              <a:rPr lang="en-US" sz="3200" b="1" u="none" strike="noStrike">
                <a:solidFill>
                  <a:schemeClr val="dk1"/>
                </a:solidFill>
                <a:effectLst/>
                <a:uFillTx/>
                <a:latin typeface="FreeSans"/>
                <a:ea typeface="DejaVu Sans"/>
              </a:rPr>
              <a:t>Modules and submodules</a:t>
            </a:r>
            <a:endParaRPr lang="en-US" sz="3200" b="0" u="none" strike="noStrike">
              <a:solidFill>
                <a:srgbClr val="000000"/>
              </a:solidFill>
              <a:effectLst/>
              <a:uFillTx/>
              <a:latin typeface="FreeSerif"/>
            </a:endParaRPr>
          </a:p>
        </p:txBody>
      </p:sp>
      <p:sp>
        <p:nvSpPr>
          <p:cNvPr id="66" name="Text Placeholder 2"/>
          <p:cNvSpPr/>
          <p:nvPr/>
        </p:nvSpPr>
        <p:spPr>
          <a:xfrm>
            <a:off x="661680" y="1834200"/>
            <a:ext cx="8637120" cy="3046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rmAutofit/>
          </a:bodyPr>
          <a:p>
            <a:pPr marL="285840" indent="-285840" defTabSz="914400">
              <a:lnSpc>
                <a:spcPct val="100000"/>
              </a:lnSpc>
              <a:buClr>
                <a:srgbClr val="000000"/>
              </a:buClr>
              <a:buFont typeface="Arial"/>
              <a:buChar char="•"/>
            </a:pPr>
            <a:r>
              <a:rPr lang="en-US" sz="1800" b="1" u="none" strike="noStrike">
                <a:solidFill>
                  <a:schemeClr val="dk1"/>
                </a:solidFill>
                <a:effectLst/>
                <a:uFillTx/>
                <a:latin typeface="FreeSans"/>
                <a:ea typeface="DejaVu Sans"/>
              </a:rPr>
              <a:t>User Module: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FreeSerif"/>
            </a:endParaRPr>
          </a:p>
          <a:p>
            <a:pPr marL="285840" indent="-285840" defTabSz="914400">
              <a:lnSpc>
                <a:spcPct val="100000"/>
              </a:lnSpc>
              <a:buClr>
                <a:srgbClr val="000000"/>
              </a:buClr>
              <a:buFont typeface="Arial"/>
              <a:buChar char="•"/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FreeSans"/>
                <a:ea typeface="DejaVu Sans"/>
              </a:rPr>
              <a:t>User registration/login/logout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FreeSerif"/>
            </a:endParaRPr>
          </a:p>
          <a:p>
            <a:pPr marL="285840" indent="-285840" defTabSz="914400">
              <a:lnSpc>
                <a:spcPct val="100000"/>
              </a:lnSpc>
              <a:buClr>
                <a:srgbClr val="000000"/>
              </a:buClr>
              <a:buFont typeface="Arial"/>
              <a:buChar char="•"/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FreeSans"/>
                <a:ea typeface="DejaVu Sans"/>
              </a:rPr>
              <a:t>User profile management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FreeSerif"/>
            </a:endParaRPr>
          </a:p>
          <a:p>
            <a:pPr marL="285840" indent="-285840" defTabSz="914400">
              <a:lnSpc>
                <a:spcPct val="100000"/>
              </a:lnSpc>
              <a:buClr>
                <a:srgbClr val="000000"/>
              </a:buClr>
              <a:buFont typeface="Arial"/>
              <a:buChar char="•"/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FreeSans"/>
                <a:ea typeface="DejaVu Sans"/>
              </a:rPr>
              <a:t>Password reset and authentication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FreeSerif"/>
            </a:endParaRPr>
          </a:p>
          <a:p>
            <a:pPr marL="285840" indent="-285840" defTabSz="914400">
              <a:lnSpc>
                <a:spcPct val="100000"/>
              </a:lnSpc>
              <a:buClr>
                <a:srgbClr val="000000"/>
              </a:buClr>
              <a:buFont typeface="Arial"/>
              <a:buChar char="•"/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FreeSans"/>
                <a:ea typeface="DejaVu Sans"/>
              </a:rPr>
              <a:t>Role management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FreeSerif"/>
            </a:endParaRPr>
          </a:p>
          <a:p>
            <a:pPr defTabSz="914400">
              <a:lnSpc>
                <a:spcPct val="100000"/>
              </a:lnSpc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FreeSerif"/>
            </a:endParaRPr>
          </a:p>
          <a:p>
            <a:pPr marL="285840" indent="-285840" defTabSz="914400">
              <a:lnSpc>
                <a:spcPct val="100000"/>
              </a:lnSpc>
              <a:buClr>
                <a:srgbClr val="000000"/>
              </a:buClr>
              <a:buFont typeface="Arial"/>
              <a:buChar char="•"/>
            </a:pPr>
            <a:r>
              <a:rPr lang="en-US" sz="1800" b="1" u="none" strike="noStrike">
                <a:solidFill>
                  <a:schemeClr val="dk1"/>
                </a:solidFill>
                <a:effectLst/>
                <a:uFillTx/>
                <a:latin typeface="FreeSans"/>
                <a:ea typeface="DejaVu Sans"/>
              </a:rPr>
              <a:t>Car module: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FreeSerif"/>
            </a:endParaRPr>
          </a:p>
          <a:p>
            <a:pPr marL="285840" indent="-285840" defTabSz="914400">
              <a:lnSpc>
                <a:spcPct val="100000"/>
              </a:lnSpc>
              <a:buClr>
                <a:srgbClr val="000000"/>
              </a:buClr>
              <a:buFont typeface="Arial"/>
              <a:buChar char="•"/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FreeSans"/>
                <a:ea typeface="DejaVu Sans"/>
              </a:rPr>
              <a:t>Add/Remove cars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FreeSerif"/>
            </a:endParaRPr>
          </a:p>
          <a:p>
            <a:pPr marL="285840" indent="-285840" defTabSz="914400">
              <a:lnSpc>
                <a:spcPct val="100000"/>
              </a:lnSpc>
              <a:buClr>
                <a:srgbClr val="000000"/>
              </a:buClr>
              <a:buFont typeface="Arial"/>
              <a:buChar char="•"/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FreeSans"/>
                <a:ea typeface="DejaVu Sans"/>
              </a:rPr>
              <a:t>Update car information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FreeSerif"/>
            </a:endParaRPr>
          </a:p>
          <a:p>
            <a:pPr marL="285840" indent="-285840" defTabSz="914400">
              <a:lnSpc>
                <a:spcPct val="100000"/>
              </a:lnSpc>
              <a:buClr>
                <a:srgbClr val="000000"/>
              </a:buClr>
              <a:buFont typeface="Arial"/>
              <a:buChar char="•"/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FreeSans"/>
                <a:ea typeface="DejaVu Sans"/>
              </a:rPr>
              <a:t>Manage car availability status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FreeSerif"/>
            </a:endParaRPr>
          </a:p>
          <a:p>
            <a:pPr defTabSz="914400">
              <a:lnSpc>
                <a:spcPct val="100000"/>
              </a:lnSpc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FreeSerif"/>
            </a:endParaRPr>
          </a:p>
          <a:p>
            <a:pPr defTabSz="914400">
              <a:lnSpc>
                <a:spcPct val="90000"/>
              </a:lnSpc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FreeSerif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PlaceHolder 1"/>
          <p:cNvSpPr>
            <a:spLocks noGrp="1"/>
          </p:cNvSpPr>
          <p:nvPr>
            <p:ph type="title"/>
          </p:nvPr>
        </p:nvSpPr>
        <p:spPr>
          <a:xfrm>
            <a:off x="720000" y="360000"/>
            <a:ext cx="8637120" cy="8971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 defTabSz="914400">
              <a:lnSpc>
                <a:spcPct val="90000"/>
              </a:lnSpc>
              <a:buNone/>
              <a:tabLst>
                <a:tab algn="l" pos="0"/>
              </a:tabLst>
            </a:pPr>
            <a:r>
              <a:rPr lang="en-US" sz="3200" b="1" u="none" strike="noStrike">
                <a:solidFill>
                  <a:schemeClr val="dk1"/>
                </a:solidFill>
                <a:effectLst/>
                <a:uFillTx/>
                <a:latin typeface="FreeSans"/>
                <a:ea typeface="DejaVu Sans"/>
              </a:rPr>
              <a:t>Modules and submodules</a:t>
            </a:r>
            <a:endParaRPr lang="en-US" sz="3200" b="0" u="none" strike="noStrike">
              <a:solidFill>
                <a:srgbClr val="000000"/>
              </a:solidFill>
              <a:effectLst/>
              <a:uFillTx/>
              <a:latin typeface="FreeSerif"/>
            </a:endParaRPr>
          </a:p>
        </p:txBody>
      </p:sp>
      <p:sp>
        <p:nvSpPr>
          <p:cNvPr id="68" name="PlaceHolder 2"/>
          <p:cNvSpPr>
            <a:spLocks noGrp="1"/>
          </p:cNvSpPr>
          <p:nvPr>
            <p:ph/>
          </p:nvPr>
        </p:nvSpPr>
        <p:spPr>
          <a:xfrm>
            <a:off x="720000" y="1388880"/>
            <a:ext cx="8637120" cy="3835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85000" lnSpcReduction="19999"/>
          </a:bodyPr>
          <a:p>
            <a:pPr marL="285840" indent="-285840" defTabSz="914400">
              <a:lnSpc>
                <a:spcPct val="10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lang="en-US" sz="1800" b="1" u="none" strike="noStrike">
                <a:solidFill>
                  <a:schemeClr val="dk1"/>
                </a:solidFill>
                <a:effectLst/>
                <a:uFillTx/>
                <a:latin typeface="FreeSans"/>
                <a:ea typeface="DejaVu Sans"/>
              </a:rPr>
              <a:t>Booking Module: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FreeSerif"/>
            </a:endParaRPr>
          </a:p>
          <a:p>
            <a:pPr marL="285840" indent="-285840" defTabSz="914400">
              <a:lnSpc>
                <a:spcPct val="10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FreeSans"/>
                <a:ea typeface="DejaVu Sans"/>
              </a:rPr>
              <a:t>Search available cars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FreeSerif"/>
            </a:endParaRPr>
          </a:p>
          <a:p>
            <a:pPr marL="285840" indent="-285840" defTabSz="914400">
              <a:lnSpc>
                <a:spcPct val="10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FreeSans"/>
                <a:ea typeface="DejaVu Sans"/>
              </a:rPr>
              <a:t>Select rental date and duration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FreeSerif"/>
            </a:endParaRPr>
          </a:p>
          <a:p>
            <a:pPr marL="285840" indent="-285840" defTabSz="914400">
              <a:lnSpc>
                <a:spcPct val="10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FreeSans"/>
                <a:ea typeface="DejaVu Sans"/>
              </a:rPr>
              <a:t>Create new Booking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FreeSerif"/>
            </a:endParaRPr>
          </a:p>
          <a:p>
            <a:pPr marL="285840" indent="-285840" defTabSz="914400">
              <a:lnSpc>
                <a:spcPct val="10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FreeSans"/>
                <a:ea typeface="DejaVu Sans"/>
              </a:rPr>
              <a:t>Modify booking details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FreeSerif"/>
            </a:endParaRPr>
          </a:p>
          <a:p>
            <a:pPr marL="285840" indent="-285840" defTabSz="914400">
              <a:lnSpc>
                <a:spcPct val="10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FreeSans"/>
                <a:ea typeface="DejaVu Sans"/>
              </a:rPr>
              <a:t>Cancel booking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FreeSerif"/>
            </a:endParaRPr>
          </a:p>
          <a:p>
            <a:pPr marL="285840" indent="-285840" defTabSz="914400">
              <a:lnSpc>
                <a:spcPct val="10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FreeSans"/>
                <a:ea typeface="DejaVu Sans"/>
              </a:rPr>
              <a:t>Booking confirmation and status update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FreeSerif"/>
            </a:endParaRPr>
          </a:p>
          <a:p>
            <a:pPr indent="0" defTabSz="914400">
              <a:lnSpc>
                <a:spcPct val="100000"/>
              </a:lnSpc>
              <a:spcBef>
                <a:spcPts val="1001"/>
              </a:spcBef>
              <a:buNone/>
              <a:tabLst>
                <a:tab algn="l" pos="0"/>
              </a:tabLst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FreeSerif"/>
            </a:endParaRPr>
          </a:p>
          <a:p>
            <a:pPr marL="285840" indent="-285840" defTabSz="914400">
              <a:lnSpc>
                <a:spcPct val="10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  <a:tabLst>
                <a:tab algn="l" pos="0"/>
              </a:tabLst>
            </a:pPr>
            <a:r>
              <a:rPr lang="en-US" sz="1800" b="1" u="none" strike="noStrike">
                <a:solidFill>
                  <a:schemeClr val="dk1"/>
                </a:solidFill>
                <a:effectLst/>
                <a:uFillTx/>
                <a:latin typeface="FreeSans"/>
                <a:ea typeface="DejaVu Sans"/>
              </a:rPr>
              <a:t>Admin module: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FreeSerif"/>
            </a:endParaRPr>
          </a:p>
          <a:p>
            <a:pPr marL="285840" indent="-285840" defTabSz="914400">
              <a:lnSpc>
                <a:spcPct val="10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  <a:tabLst>
                <a:tab algn="l" pos="0"/>
              </a:tabLst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FreeSans"/>
                <a:ea typeface="DejaVu Sans"/>
              </a:rPr>
              <a:t>Admin login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FreeSerif"/>
            </a:endParaRPr>
          </a:p>
          <a:p>
            <a:pPr marL="285840" indent="-285840" defTabSz="914400">
              <a:lnSpc>
                <a:spcPct val="10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  <a:tabLst>
                <a:tab algn="l" pos="0"/>
              </a:tabLst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FreeSans"/>
                <a:ea typeface="DejaVu Sans"/>
              </a:rPr>
              <a:t>Manage users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FreeSerif"/>
            </a:endParaRPr>
          </a:p>
          <a:p>
            <a:pPr marL="285840" indent="-285840" defTabSz="914400">
              <a:lnSpc>
                <a:spcPct val="10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  <a:tabLst>
                <a:tab algn="l" pos="0"/>
              </a:tabLst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FreeSans"/>
                <a:ea typeface="DejaVu Sans"/>
              </a:rPr>
              <a:t>Manage cars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FreeSerif"/>
            </a:endParaRPr>
          </a:p>
          <a:p>
            <a:pPr marL="285840" indent="-285840" defTabSz="914400">
              <a:lnSpc>
                <a:spcPct val="10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  <a:tabLst>
                <a:tab algn="l" pos="0"/>
              </a:tabLst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FreeSans"/>
                <a:ea typeface="DejaVu Sans"/>
              </a:rPr>
              <a:t>Manage bookings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FreeSerif"/>
            </a:endParaRPr>
          </a:p>
          <a:p>
            <a:pPr indent="0" defTabSz="914400">
              <a:lnSpc>
                <a:spcPct val="90000"/>
              </a:lnSpc>
              <a:spcBef>
                <a:spcPts val="1001"/>
              </a:spcBef>
              <a:buNone/>
              <a:tabLst>
                <a:tab algn="l" pos="0"/>
              </a:tabLst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FreeSerif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PlaceHolder 1"/>
          <p:cNvSpPr>
            <a:spLocks noGrp="1"/>
          </p:cNvSpPr>
          <p:nvPr>
            <p:ph type="title"/>
          </p:nvPr>
        </p:nvSpPr>
        <p:spPr>
          <a:xfrm>
            <a:off x="720000" y="357480"/>
            <a:ext cx="8637120" cy="9021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spAutoFit/>
          </a:bodyPr>
          <a:p>
            <a:pPr indent="0" algn="ctr" defTabSz="914400">
              <a:lnSpc>
                <a:spcPct val="100000"/>
              </a:lnSpc>
              <a:buNone/>
              <a:tabLst>
                <a:tab algn="l" pos="0"/>
              </a:tabLst>
            </a:pPr>
            <a:r>
              <a:rPr lang="en-US" sz="3200" b="1" u="none" strike="noStrike">
                <a:solidFill>
                  <a:srgbClr val="000000"/>
                </a:solidFill>
                <a:effectLst/>
                <a:uFillTx/>
                <a:latin typeface="FreeSans"/>
                <a:ea typeface="DejaVu Sans"/>
              </a:rPr>
              <a:t>Technical Specification</a:t>
            </a:r>
            <a:endParaRPr lang="en-US" sz="3200" b="0" u="none" strike="noStrike">
              <a:solidFill>
                <a:srgbClr val="000000"/>
              </a:solidFill>
              <a:effectLst/>
              <a:uFillTx/>
              <a:latin typeface="FreeSerif"/>
            </a:endParaRPr>
          </a:p>
        </p:txBody>
      </p:sp>
      <p:sp>
        <p:nvSpPr>
          <p:cNvPr id="70" name="PlaceHolder 2"/>
          <p:cNvSpPr>
            <a:spLocks noGrp="1"/>
          </p:cNvSpPr>
          <p:nvPr>
            <p:ph/>
          </p:nvPr>
        </p:nvSpPr>
        <p:spPr>
          <a:xfrm>
            <a:off x="720000" y="1440000"/>
            <a:ext cx="8637120" cy="35971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 defTabSz="9144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400" b="0" u="none" strike="noStrike">
                <a:solidFill>
                  <a:srgbClr val="000000"/>
                </a:solidFill>
                <a:effectLst/>
                <a:uFillTx/>
                <a:latin typeface="FreeSans"/>
                <a:ea typeface="DejaVu Sans"/>
              </a:rPr>
              <a:t>Frontend: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FreeSerif"/>
            </a:endParaRPr>
          </a:p>
          <a:p>
            <a:pPr marL="864000" lvl="1" indent="-324000" defTabSz="91440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2400" b="0" u="none" strike="noStrike">
                <a:solidFill>
                  <a:srgbClr val="000000"/>
                </a:solidFill>
                <a:effectLst/>
                <a:uFillTx/>
                <a:latin typeface="FreeSans"/>
                <a:ea typeface="DejaVu Sans"/>
              </a:rPr>
              <a:t>HTML,CSS,JS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FreeSerif"/>
            </a:endParaRPr>
          </a:p>
          <a:p>
            <a:pPr marL="864000" lvl="1" indent="-324000" defTabSz="91440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2400" b="0" u="none" strike="noStrike">
                <a:solidFill>
                  <a:srgbClr val="000000"/>
                </a:solidFill>
                <a:effectLst/>
                <a:uFillTx/>
                <a:latin typeface="FreeSans"/>
                <a:ea typeface="DejaVu Sans"/>
              </a:rPr>
              <a:t>ReactJS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FreeSerif"/>
            </a:endParaRPr>
          </a:p>
          <a:p>
            <a:pPr marL="432000" indent="-324000" defTabSz="9144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400" b="0" u="none" strike="noStrike">
                <a:solidFill>
                  <a:srgbClr val="000000"/>
                </a:solidFill>
                <a:effectLst/>
                <a:uFillTx/>
                <a:latin typeface="FreeSans"/>
                <a:ea typeface="DejaVu Sans"/>
              </a:rPr>
              <a:t>Backend: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FreeSerif"/>
            </a:endParaRPr>
          </a:p>
          <a:p>
            <a:pPr marL="864000" lvl="1" indent="-324000" defTabSz="91440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2400" b="0" u="none" strike="noStrike">
                <a:solidFill>
                  <a:srgbClr val="000000"/>
                </a:solidFill>
                <a:effectLst/>
                <a:uFillTx/>
                <a:latin typeface="FreeSans"/>
                <a:ea typeface="DejaVu Sans"/>
              </a:rPr>
              <a:t>NodeJS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FreeSerif"/>
            </a:endParaRPr>
          </a:p>
          <a:p>
            <a:pPr marL="864000" lvl="1" indent="-324000" defTabSz="91440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2400" b="0" u="none" strike="noStrike">
                <a:solidFill>
                  <a:srgbClr val="000000"/>
                </a:solidFill>
                <a:effectLst/>
                <a:uFillTx/>
                <a:latin typeface="FreeSans"/>
                <a:ea typeface="DejaVu Sans"/>
              </a:rPr>
              <a:t>Firebase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FreeSerif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sldNum" idx="15"/>
          </p:nvPr>
        </p:nvSpPr>
        <p:spPr/>
        <p:txBody>
          <a:bodyPr/>
          <a:p>
            <a:fld id="{43024E46-8CCC-4424-9D4C-E4973E385982}" type="slidenum">
              <a:t>8</a:t>
            </a:fld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PlaceHolder 1"/>
          <p:cNvSpPr>
            <a:spLocks noGrp="1"/>
          </p:cNvSpPr>
          <p:nvPr>
            <p:ph type="title"/>
          </p:nvPr>
        </p:nvSpPr>
        <p:spPr>
          <a:xfrm>
            <a:off x="685800" y="-216360"/>
            <a:ext cx="8637120" cy="9021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spAutoFit/>
          </a:bodyPr>
          <a:p>
            <a:pPr indent="0" algn="ctr" defTabSz="914400">
              <a:lnSpc>
                <a:spcPct val="100000"/>
              </a:lnSpc>
              <a:buNone/>
              <a:tabLst>
                <a:tab algn="l" pos="0"/>
              </a:tabLst>
            </a:pPr>
            <a:r>
              <a:rPr lang="en-US" sz="3200" b="1" u="none" strike="noStrike">
                <a:solidFill>
                  <a:srgbClr val="000000"/>
                </a:solidFill>
                <a:effectLst/>
                <a:uFillTx/>
                <a:latin typeface="FreeSans"/>
                <a:ea typeface="DejaVu Sans"/>
              </a:rPr>
              <a:t>System Design</a:t>
            </a:r>
            <a:endParaRPr lang="en-US" sz="3200" b="0" u="none" strike="noStrike">
              <a:solidFill>
                <a:srgbClr val="000000"/>
              </a:solidFill>
              <a:effectLst/>
              <a:uFillTx/>
              <a:latin typeface="FreeSerif"/>
            </a:endParaRPr>
          </a:p>
        </p:txBody>
      </p:sp>
      <p:pic>
        <p:nvPicPr>
          <p:cNvPr id="72" name="Picture 65"/>
          <p:cNvPicPr/>
          <p:nvPr/>
        </p:nvPicPr>
        <p:blipFill>
          <a:blip r:embed="rId1"/>
          <a:srcRect l="1129" t="3636" r="2119" b="3636"/>
          <a:stretch/>
        </p:blipFill>
        <p:spPr>
          <a:xfrm>
            <a:off x="1143360" y="666720"/>
            <a:ext cx="7541640" cy="481788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3" name="PlaceHolder 2"/>
          <p:cNvSpPr>
            <a:spLocks noGrp="1"/>
          </p:cNvSpPr>
          <p:nvPr>
            <p:ph type="sldNum" idx="15"/>
          </p:nvPr>
        </p:nvSpPr>
        <p:spPr/>
        <p:txBody>
          <a:bodyPr/>
          <a:p>
            <a:fld id="{A4857F65-CD2C-435E-9C87-48E64E2BB50B}" type="slidenum">
              <a:t>9</a:t>
            </a:fld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PlaceHolder 1"/>
          <p:cNvSpPr>
            <a:spLocks noGrp="1"/>
          </p:cNvSpPr>
          <p:nvPr>
            <p:ph type="title"/>
          </p:nvPr>
        </p:nvSpPr>
        <p:spPr>
          <a:xfrm>
            <a:off x="914400" y="-216360"/>
            <a:ext cx="8637120" cy="9021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spAutoFit/>
          </a:bodyPr>
          <a:p>
            <a:pPr indent="0" algn="ctr" defTabSz="914400">
              <a:lnSpc>
                <a:spcPct val="100000"/>
              </a:lnSpc>
              <a:buNone/>
              <a:tabLst>
                <a:tab algn="l" pos="0"/>
              </a:tabLst>
            </a:pPr>
            <a:r>
              <a:rPr lang="en-US" sz="3200" b="1" u="none" strike="noStrike">
                <a:solidFill>
                  <a:srgbClr val="000000"/>
                </a:solidFill>
                <a:effectLst/>
                <a:uFillTx/>
                <a:latin typeface="FreeSans"/>
                <a:ea typeface="DejaVu Sans"/>
              </a:rPr>
              <a:t>Use-Case Diagram</a:t>
            </a:r>
            <a:endParaRPr lang="en-US" sz="3200" b="0" u="none" strike="noStrike">
              <a:solidFill>
                <a:srgbClr val="000000"/>
              </a:solidFill>
              <a:effectLst/>
              <a:uFillTx/>
              <a:latin typeface="FreeSerif"/>
            </a:endParaRPr>
          </a:p>
        </p:txBody>
      </p:sp>
      <p:pic>
        <p:nvPicPr>
          <p:cNvPr id="74" name="Picture 67"/>
          <p:cNvPicPr/>
          <p:nvPr/>
        </p:nvPicPr>
        <p:blipFill>
          <a:blip r:embed="rId1"/>
          <a:srcRect l="5548" t="2545" r="28489" b="44435"/>
          <a:stretch/>
        </p:blipFill>
        <p:spPr>
          <a:xfrm>
            <a:off x="2286360" y="501840"/>
            <a:ext cx="4798440" cy="499212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3" name="PlaceHolder 2"/>
          <p:cNvSpPr>
            <a:spLocks noGrp="1"/>
          </p:cNvSpPr>
          <p:nvPr>
            <p:ph type="sldNum" idx="15"/>
          </p:nvPr>
        </p:nvSpPr>
        <p:spPr/>
        <p:txBody>
          <a:bodyPr/>
          <a:p>
            <a:fld id="{B63B6AC9-51EB-4F60-96A3-6034E644D210}" type="slidenum">
              <a:t>10</a:t>
            </a:fld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PlaceHolder 1"/>
          <p:cNvSpPr>
            <a:spLocks noGrp="1"/>
          </p:cNvSpPr>
          <p:nvPr>
            <p:ph type="title"/>
          </p:nvPr>
        </p:nvSpPr>
        <p:spPr>
          <a:xfrm>
            <a:off x="961920" y="-215640"/>
            <a:ext cx="8637120" cy="901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spAutoFit/>
          </a:bodyPr>
          <a:p>
            <a:pPr indent="0" algn="ctr" defTabSz="914400">
              <a:lnSpc>
                <a:spcPct val="100000"/>
              </a:lnSpc>
              <a:buNone/>
              <a:tabLst>
                <a:tab algn="l" pos="0"/>
              </a:tabLst>
            </a:pPr>
            <a:r>
              <a:rPr lang="en-US" sz="3200" b="1" u="none" strike="noStrike">
                <a:solidFill>
                  <a:srgbClr val="000000"/>
                </a:solidFill>
                <a:effectLst/>
                <a:uFillTx/>
                <a:latin typeface="FreeSans"/>
                <a:ea typeface="DejaVu Sans"/>
              </a:rPr>
              <a:t>Admin use-case</a:t>
            </a:r>
            <a:endParaRPr lang="en-US" sz="3200" b="0" u="none" strike="noStrike">
              <a:solidFill>
                <a:srgbClr val="000000"/>
              </a:solidFill>
              <a:effectLst/>
              <a:uFillTx/>
              <a:latin typeface="FreeSerif"/>
            </a:endParaRPr>
          </a:p>
        </p:txBody>
      </p:sp>
      <p:pic>
        <p:nvPicPr>
          <p:cNvPr id="76" name="Picture 69"/>
          <p:cNvPicPr/>
          <p:nvPr/>
        </p:nvPicPr>
        <p:blipFill>
          <a:blip r:embed="rId1"/>
          <a:srcRect l="0" t="17824" r="23708" b="16675"/>
          <a:stretch/>
        </p:blipFill>
        <p:spPr>
          <a:xfrm>
            <a:off x="2057400" y="457200"/>
            <a:ext cx="5248080" cy="525564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3" name="PlaceHolder 2"/>
          <p:cNvSpPr>
            <a:spLocks noGrp="1"/>
          </p:cNvSpPr>
          <p:nvPr>
            <p:ph type="sldNum" idx="15"/>
          </p:nvPr>
        </p:nvSpPr>
        <p:spPr/>
        <p:txBody>
          <a:bodyPr/>
          <a:p>
            <a:fld id="{FA72A941-6C06-44AA-9675-7D56C1AA7F40}" type="slidenum">
              <a:t>11</a:t>
            </a:fld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" name="PlaceHolder 1"/>
          <p:cNvSpPr>
            <a:spLocks noGrp="1"/>
          </p:cNvSpPr>
          <p:nvPr>
            <p:ph type="title"/>
          </p:nvPr>
        </p:nvSpPr>
        <p:spPr>
          <a:xfrm>
            <a:off x="720000" y="357480"/>
            <a:ext cx="8637120" cy="9021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spAutoFit/>
          </a:bodyPr>
          <a:p>
            <a:pPr indent="0" algn="ctr" defTabSz="914400">
              <a:lnSpc>
                <a:spcPct val="100000"/>
              </a:lnSpc>
              <a:buNone/>
              <a:tabLst>
                <a:tab algn="l" pos="0"/>
              </a:tabLst>
            </a:pPr>
            <a:r>
              <a:rPr lang="en-US" sz="3200" b="1" u="none" strike="noStrike">
                <a:solidFill>
                  <a:srgbClr val="000000"/>
                </a:solidFill>
                <a:effectLst/>
                <a:uFillTx/>
                <a:latin typeface="FreeSans"/>
                <a:ea typeface="DejaVu Sans"/>
              </a:rPr>
              <a:t>Class Diagram</a:t>
            </a:r>
            <a:endParaRPr lang="en-US" sz="3200" b="0" u="none" strike="noStrike">
              <a:solidFill>
                <a:srgbClr val="000000"/>
              </a:solidFill>
              <a:effectLst/>
              <a:uFillTx/>
              <a:latin typeface="FreeSerif"/>
            </a:endParaRPr>
          </a:p>
        </p:txBody>
      </p:sp>
      <p:pic>
        <p:nvPicPr>
          <p:cNvPr id="78" name="Picture 71"/>
          <p:cNvPicPr/>
          <p:nvPr/>
        </p:nvPicPr>
        <p:blipFill>
          <a:blip r:embed="rId1"/>
          <a:srcRect l="23761" t="11015" r="28697" b="41237"/>
          <a:stretch/>
        </p:blipFill>
        <p:spPr>
          <a:xfrm>
            <a:off x="3200400" y="1143000"/>
            <a:ext cx="3197880" cy="415800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3" name="PlaceHolder 2"/>
          <p:cNvSpPr>
            <a:spLocks noGrp="1"/>
          </p:cNvSpPr>
          <p:nvPr>
            <p:ph type="sldNum" idx="15"/>
          </p:nvPr>
        </p:nvSpPr>
        <p:spPr/>
        <p:txBody>
          <a:bodyPr/>
          <a:p>
            <a:fld id="{A2947E04-300C-433A-8E8C-D6E03B635096}" type="slidenum">
              <a:t>12</a:t>
            </a:fld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PlaceHolder 1"/>
          <p:cNvSpPr>
            <a:spLocks noGrp="1"/>
          </p:cNvSpPr>
          <p:nvPr>
            <p:ph type="title"/>
          </p:nvPr>
        </p:nvSpPr>
        <p:spPr>
          <a:xfrm>
            <a:off x="685800" y="-230760"/>
            <a:ext cx="8637120" cy="9021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spAutoFit/>
          </a:bodyPr>
          <a:p>
            <a:pPr indent="0" algn="ctr" defTabSz="914400">
              <a:lnSpc>
                <a:spcPct val="100000"/>
              </a:lnSpc>
              <a:buNone/>
              <a:tabLst>
                <a:tab algn="l" pos="0"/>
              </a:tabLst>
            </a:pPr>
            <a:r>
              <a:rPr lang="en-US" sz="3200" b="1" u="none" strike="noStrike">
                <a:solidFill>
                  <a:srgbClr val="000000"/>
                </a:solidFill>
                <a:effectLst/>
                <a:uFillTx/>
                <a:latin typeface="FreeSans"/>
                <a:ea typeface="DejaVu Sans"/>
              </a:rPr>
              <a:t>Activity Diagram</a:t>
            </a:r>
            <a:endParaRPr lang="en-US" sz="3200" b="0" u="none" strike="noStrike">
              <a:solidFill>
                <a:srgbClr val="000000"/>
              </a:solidFill>
              <a:effectLst/>
              <a:uFillTx/>
              <a:latin typeface="FreeSerif"/>
            </a:endParaRPr>
          </a:p>
        </p:txBody>
      </p:sp>
      <p:pic>
        <p:nvPicPr>
          <p:cNvPr id="80" name="Picture 73"/>
          <p:cNvPicPr/>
          <p:nvPr/>
        </p:nvPicPr>
        <p:blipFill>
          <a:blip r:embed="rId1"/>
          <a:srcRect l="36518" t="7273" r="16524" b="20162"/>
          <a:stretch/>
        </p:blipFill>
        <p:spPr>
          <a:xfrm>
            <a:off x="4343400" y="457200"/>
            <a:ext cx="2605680" cy="521280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3" name="PlaceHolder 2"/>
          <p:cNvSpPr>
            <a:spLocks noGrp="1"/>
          </p:cNvSpPr>
          <p:nvPr>
            <p:ph type="sldNum" idx="15"/>
          </p:nvPr>
        </p:nvSpPr>
        <p:spPr/>
        <p:txBody>
          <a:bodyPr/>
          <a:p>
            <a:fld id="{7AA9853B-77C4-40E9-8C2C-BF2DED69ED1A}" type="slidenum">
              <a:t>13</a:t>
            </a:fld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PlaceHolder 1"/>
          <p:cNvSpPr>
            <a:spLocks noGrp="1"/>
          </p:cNvSpPr>
          <p:nvPr>
            <p:ph type="title"/>
          </p:nvPr>
        </p:nvSpPr>
        <p:spPr>
          <a:xfrm>
            <a:off x="720000" y="357480"/>
            <a:ext cx="8637120" cy="9021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spAutoFit/>
          </a:bodyPr>
          <a:p>
            <a:pPr indent="0" algn="ctr" defTabSz="914400">
              <a:lnSpc>
                <a:spcPct val="100000"/>
              </a:lnSpc>
              <a:buNone/>
              <a:tabLst>
                <a:tab algn="l" pos="0"/>
              </a:tabLst>
            </a:pPr>
            <a:r>
              <a:rPr lang="en-US" sz="3200" b="1" u="none" strike="noStrike">
                <a:solidFill>
                  <a:srgbClr val="000000"/>
                </a:solidFill>
                <a:effectLst/>
                <a:uFillTx/>
                <a:latin typeface="FreeSans"/>
                <a:ea typeface="DejaVu Sans"/>
              </a:rPr>
              <a:t>Data Dictionary</a:t>
            </a:r>
            <a:endParaRPr lang="en-US" sz="3200" b="0" u="none" strike="noStrike">
              <a:solidFill>
                <a:srgbClr val="000000"/>
              </a:solidFill>
              <a:effectLst/>
              <a:uFillTx/>
              <a:latin typeface="FreeSerif"/>
            </a:endParaRPr>
          </a:p>
        </p:txBody>
      </p:sp>
      <p:graphicFrame>
        <p:nvGraphicFramePr>
          <p:cNvPr id="82" name="Table 75"/>
          <p:cNvGraphicFramePr/>
          <p:nvPr/>
        </p:nvGraphicFramePr>
        <p:xfrm>
          <a:off x="840240" y="1945800"/>
          <a:ext cx="8195040" cy="2928960"/>
        </p:xfrm>
        <a:graphic>
          <a:graphicData uri="http://schemas.openxmlformats.org/drawingml/2006/table">
            <a:tbl>
              <a:tblPr/>
              <a:tblGrid>
                <a:gridCol w="4097520"/>
                <a:gridCol w="4097880"/>
              </a:tblGrid>
              <a:tr h="0">
                <a:tc>
                  <a:txBody>
                    <a:bodyPr lIns="36000" rIns="36000" anchor="t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</a:pPr>
                      <a:r>
                        <a:rPr lang="en-US" sz="18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FreeSans"/>
                          <a:ea typeface="DejaVu Sans"/>
                        </a:rPr>
                        <a:t>userId : number</a:t>
                      </a:r>
                      <a:endParaRPr lang="en-US" sz="18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FreeSerif"/>
                      </a:endParaRPr>
                    </a:p>
                  </a:txBody>
                  <a:tcPr anchor="t" marL="36000" marR="36000" marT="45720" marB="45720">
                    <a:lnL w="7200">
                      <a:solidFill>
                        <a:srgbClr val="000000"/>
                      </a:solidFill>
                      <a:prstDash val="solid"/>
                    </a:lnL>
                    <a:lnR w="7200">
                      <a:solidFill>
                        <a:srgbClr val="000000"/>
                      </a:solidFill>
                      <a:prstDash val="solid"/>
                    </a:lnR>
                    <a:lnT w="7200">
                      <a:solidFill>
                        <a:srgbClr val="000000"/>
                      </a:solidFill>
                      <a:prstDash val="solid"/>
                    </a:lnT>
                    <a:lnB w="720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lIns="36000" rIns="36000" anchor="t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</a:pPr>
                      <a:r>
                        <a:rPr lang="en-US" sz="18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FreeSans"/>
                          <a:ea typeface="DejaVu Sans"/>
                        </a:rPr>
                        <a:t>Id of user</a:t>
                      </a:r>
                      <a:endParaRPr lang="en-US" sz="18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FreeSerif"/>
                      </a:endParaRPr>
                    </a:p>
                  </a:txBody>
                  <a:tcPr anchor="t" marL="36000" marR="36000" marT="45720" marB="45720">
                    <a:lnL w="7200">
                      <a:solidFill>
                        <a:srgbClr val="000000"/>
                      </a:solidFill>
                      <a:prstDash val="solid"/>
                    </a:lnL>
                    <a:lnR w="7200">
                      <a:solidFill>
                        <a:srgbClr val="000000"/>
                      </a:solidFill>
                      <a:prstDash val="solid"/>
                    </a:lnR>
                    <a:lnT w="7200">
                      <a:solidFill>
                        <a:srgbClr val="000000"/>
                      </a:solidFill>
                      <a:prstDash val="solid"/>
                    </a:lnT>
                    <a:lnB w="720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</a:tr>
              <a:tr h="0">
                <a:tc>
                  <a:txBody>
                    <a:bodyPr lIns="36000" rIns="36000" anchor="t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lang="en-US" sz="18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FreeSans"/>
                          <a:ea typeface="DejaVu Sans"/>
                        </a:rPr>
                        <a:t>name : string</a:t>
                      </a:r>
                      <a:endParaRPr lang="en-US" sz="18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FreeSerif"/>
                      </a:endParaRPr>
                    </a:p>
                  </a:txBody>
                  <a:tcPr anchor="t" marL="36000" marR="36000" marT="45720" marB="45720">
                    <a:lnL w="7200">
                      <a:solidFill>
                        <a:srgbClr val="000000"/>
                      </a:solidFill>
                      <a:prstDash val="solid"/>
                    </a:lnL>
                    <a:lnR w="7200">
                      <a:solidFill>
                        <a:srgbClr val="000000"/>
                      </a:solidFill>
                      <a:prstDash val="solid"/>
                    </a:lnR>
                    <a:lnT w="7200">
                      <a:solidFill>
                        <a:srgbClr val="000000"/>
                      </a:solidFill>
                      <a:prstDash val="solid"/>
                    </a:lnT>
                    <a:lnB w="720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lIns="36000" rIns="36000" anchor="t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lang="en-US" sz="18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FreeSans"/>
                          <a:ea typeface="DejaVu Sans"/>
                        </a:rPr>
                        <a:t>Name of the user</a:t>
                      </a:r>
                      <a:endParaRPr lang="en-US" sz="18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FreeSerif"/>
                      </a:endParaRPr>
                    </a:p>
                  </a:txBody>
                  <a:tcPr anchor="t" marL="36000" marR="36000" marT="45720" marB="45720">
                    <a:lnL w="7200">
                      <a:solidFill>
                        <a:srgbClr val="000000"/>
                      </a:solidFill>
                      <a:prstDash val="solid"/>
                    </a:lnL>
                    <a:lnR w="7200">
                      <a:solidFill>
                        <a:srgbClr val="000000"/>
                      </a:solidFill>
                      <a:prstDash val="solid"/>
                    </a:lnR>
                    <a:lnT w="7200">
                      <a:solidFill>
                        <a:srgbClr val="000000"/>
                      </a:solidFill>
                      <a:prstDash val="solid"/>
                    </a:lnT>
                    <a:lnB w="720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</a:tr>
              <a:tr h="366120">
                <a:tc>
                  <a:txBody>
                    <a:bodyPr lIns="36000" rIns="36000" anchor="t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lang="en-US" sz="18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FreeSans"/>
                          <a:ea typeface="DejaVu Sans"/>
                        </a:rPr>
                        <a:t>email : string</a:t>
                      </a:r>
                      <a:endParaRPr lang="en-US" sz="18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FreeSerif"/>
                      </a:endParaRPr>
                    </a:p>
                  </a:txBody>
                  <a:tcPr anchor="t" marL="36000" marR="36000" marT="45720" marB="45720">
                    <a:lnL w="7200">
                      <a:solidFill>
                        <a:srgbClr val="000000"/>
                      </a:solidFill>
                      <a:prstDash val="solid"/>
                    </a:lnL>
                    <a:lnR w="7200">
                      <a:solidFill>
                        <a:srgbClr val="000000"/>
                      </a:solidFill>
                      <a:prstDash val="solid"/>
                    </a:lnR>
                    <a:lnT w="7200">
                      <a:solidFill>
                        <a:srgbClr val="000000"/>
                      </a:solidFill>
                      <a:prstDash val="solid"/>
                    </a:lnT>
                    <a:lnB w="720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lIns="36000" rIns="36000" anchor="t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lang="en-US" sz="18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FreeSans"/>
                          <a:ea typeface="DejaVu Sans"/>
                        </a:rPr>
                        <a:t>Email of the user</a:t>
                      </a:r>
                      <a:endParaRPr lang="en-US" sz="18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FreeSerif"/>
                      </a:endParaRPr>
                    </a:p>
                  </a:txBody>
                  <a:tcPr anchor="t" marL="36000" marR="36000" marT="45720" marB="45720">
                    <a:lnL w="7200">
                      <a:solidFill>
                        <a:srgbClr val="000000"/>
                      </a:solidFill>
                      <a:prstDash val="solid"/>
                    </a:lnL>
                    <a:lnR w="7200">
                      <a:solidFill>
                        <a:srgbClr val="000000"/>
                      </a:solidFill>
                      <a:prstDash val="solid"/>
                    </a:lnR>
                    <a:lnT w="7200">
                      <a:solidFill>
                        <a:srgbClr val="000000"/>
                      </a:solidFill>
                      <a:prstDash val="solid"/>
                    </a:lnT>
                    <a:lnB w="720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</a:tr>
              <a:tr h="366120">
                <a:tc>
                  <a:txBody>
                    <a:bodyPr lIns="36000" rIns="36000" anchor="t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lang="en-US" sz="18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FreeSans"/>
                          <a:ea typeface="DejaVu Sans"/>
                        </a:rPr>
                        <a:t>phone : number</a:t>
                      </a:r>
                      <a:endParaRPr lang="en-US" sz="18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FreeSerif"/>
                      </a:endParaRPr>
                    </a:p>
                  </a:txBody>
                  <a:tcPr anchor="t" marL="36000" marR="36000" marT="45720" marB="45720">
                    <a:lnL w="7200">
                      <a:solidFill>
                        <a:srgbClr val="000000"/>
                      </a:solidFill>
                      <a:prstDash val="solid"/>
                    </a:lnL>
                    <a:lnR w="7200">
                      <a:solidFill>
                        <a:srgbClr val="000000"/>
                      </a:solidFill>
                      <a:prstDash val="solid"/>
                    </a:lnR>
                    <a:lnT w="7200">
                      <a:solidFill>
                        <a:srgbClr val="000000"/>
                      </a:solidFill>
                      <a:prstDash val="solid"/>
                    </a:lnT>
                    <a:lnB w="720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lIns="36000" rIns="36000" anchor="t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lang="en-US" sz="18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FreeSans"/>
                          <a:ea typeface="DejaVu Sans"/>
                        </a:rPr>
                        <a:t>Phone number of the user</a:t>
                      </a:r>
                      <a:endParaRPr lang="en-US" sz="18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FreeSerif"/>
                      </a:endParaRPr>
                    </a:p>
                  </a:txBody>
                  <a:tcPr anchor="t" marL="36000" marR="36000" marT="45720" marB="45720">
                    <a:lnL w="7200">
                      <a:solidFill>
                        <a:srgbClr val="000000"/>
                      </a:solidFill>
                      <a:prstDash val="solid"/>
                    </a:lnL>
                    <a:lnR w="7200">
                      <a:solidFill>
                        <a:srgbClr val="000000"/>
                      </a:solidFill>
                      <a:prstDash val="solid"/>
                    </a:lnR>
                    <a:lnT w="7200">
                      <a:solidFill>
                        <a:srgbClr val="000000"/>
                      </a:solidFill>
                      <a:prstDash val="solid"/>
                    </a:lnT>
                    <a:lnB w="720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</a:tr>
              <a:tr h="366120">
                <a:tc>
                  <a:txBody>
                    <a:bodyPr lIns="36000" rIns="36000" anchor="t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lang="en-US" sz="18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FreeSans"/>
                          <a:ea typeface="DejaVu Sans"/>
                        </a:rPr>
                        <a:t>role : string</a:t>
                      </a:r>
                      <a:endParaRPr lang="en-US" sz="18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FreeSerif"/>
                      </a:endParaRPr>
                    </a:p>
                  </a:txBody>
                  <a:tcPr anchor="t" marL="36000" marR="36000" marT="45720" marB="45720">
                    <a:lnL w="7200">
                      <a:solidFill>
                        <a:srgbClr val="000000"/>
                      </a:solidFill>
                      <a:prstDash val="solid"/>
                    </a:lnL>
                    <a:lnR w="7200">
                      <a:solidFill>
                        <a:srgbClr val="000000"/>
                      </a:solidFill>
                      <a:prstDash val="solid"/>
                    </a:lnR>
                    <a:lnT w="7200">
                      <a:solidFill>
                        <a:srgbClr val="000000"/>
                      </a:solidFill>
                      <a:prstDash val="solid"/>
                    </a:lnT>
                    <a:lnB w="720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lIns="36000" rIns="36000" anchor="t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lang="en-US" sz="18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FreeSans"/>
                          <a:ea typeface="DejaVu Sans"/>
                        </a:rPr>
                        <a:t>Role of the user</a:t>
                      </a:r>
                      <a:endParaRPr lang="en-US" sz="18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FreeSerif"/>
                      </a:endParaRPr>
                    </a:p>
                  </a:txBody>
                  <a:tcPr anchor="t" marL="36000" marR="36000" marT="45720" marB="45720">
                    <a:lnL w="7200">
                      <a:solidFill>
                        <a:srgbClr val="000000"/>
                      </a:solidFill>
                      <a:prstDash val="solid"/>
                    </a:lnL>
                    <a:lnR w="7200">
                      <a:solidFill>
                        <a:srgbClr val="000000"/>
                      </a:solidFill>
                      <a:prstDash val="solid"/>
                    </a:lnR>
                    <a:lnT w="7200">
                      <a:solidFill>
                        <a:srgbClr val="000000"/>
                      </a:solidFill>
                      <a:prstDash val="solid"/>
                    </a:lnT>
                    <a:lnB w="720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</a:tr>
              <a:tr h="366120">
                <a:tc>
                  <a:txBody>
                    <a:bodyPr lIns="36000" rIns="36000" anchor="t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lang="en-US" sz="18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FreeSans"/>
                          <a:ea typeface="DejaVu Sans"/>
                        </a:rPr>
                        <a:t>createdAt : Timestamp</a:t>
                      </a:r>
                      <a:endParaRPr lang="en-US" sz="18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FreeSerif"/>
                      </a:endParaRPr>
                    </a:p>
                  </a:txBody>
                  <a:tcPr anchor="t" marL="36000" marR="36000" marT="45720" marB="45720">
                    <a:lnL w="7200">
                      <a:solidFill>
                        <a:srgbClr val="000000"/>
                      </a:solidFill>
                      <a:prstDash val="solid"/>
                    </a:lnL>
                    <a:lnR w="7200">
                      <a:solidFill>
                        <a:srgbClr val="000000"/>
                      </a:solidFill>
                      <a:prstDash val="solid"/>
                    </a:lnR>
                    <a:lnT w="7200">
                      <a:solidFill>
                        <a:srgbClr val="000000"/>
                      </a:solidFill>
                      <a:prstDash val="solid"/>
                    </a:lnT>
                    <a:lnB w="720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lIns="36000" rIns="36000" anchor="t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lang="en-US" sz="18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FreeSans"/>
                          <a:ea typeface="DejaVu Sans"/>
                        </a:rPr>
                        <a:t>Timestamp of creation time</a:t>
                      </a:r>
                      <a:endParaRPr lang="en-US" sz="18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FreeSerif"/>
                      </a:endParaRPr>
                    </a:p>
                  </a:txBody>
                  <a:tcPr anchor="t" marL="36000" marR="36000" marT="45720" marB="45720">
                    <a:lnL w="7200">
                      <a:solidFill>
                        <a:srgbClr val="000000"/>
                      </a:solidFill>
                      <a:prstDash val="solid"/>
                    </a:lnL>
                    <a:lnR w="7200">
                      <a:solidFill>
                        <a:srgbClr val="000000"/>
                      </a:solidFill>
                      <a:prstDash val="solid"/>
                    </a:lnR>
                    <a:lnT w="7200">
                      <a:solidFill>
                        <a:srgbClr val="000000"/>
                      </a:solidFill>
                      <a:prstDash val="solid"/>
                    </a:lnT>
                    <a:lnB w="720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</a:tr>
              <a:tr h="366120">
                <a:tc>
                  <a:txBody>
                    <a:bodyPr lIns="36000" rIns="36000" anchor="t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lang="en-US" sz="18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FreeSans"/>
                          <a:ea typeface="DejaVu Sans"/>
                        </a:rPr>
                        <a:t>profileImage : string</a:t>
                      </a:r>
                      <a:endParaRPr lang="en-US" sz="18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FreeSerif"/>
                      </a:endParaRPr>
                    </a:p>
                  </a:txBody>
                  <a:tcPr anchor="t" marL="36000" marR="36000" marT="45720" marB="45720">
                    <a:lnL w="7200">
                      <a:solidFill>
                        <a:srgbClr val="000000"/>
                      </a:solidFill>
                      <a:prstDash val="solid"/>
                    </a:lnL>
                    <a:lnR w="7200">
                      <a:solidFill>
                        <a:srgbClr val="000000"/>
                      </a:solidFill>
                      <a:prstDash val="solid"/>
                    </a:lnR>
                    <a:lnT w="7200">
                      <a:solidFill>
                        <a:srgbClr val="000000"/>
                      </a:solidFill>
                      <a:prstDash val="solid"/>
                    </a:lnT>
                    <a:lnB w="720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lIns="36000" rIns="36000" anchor="t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lang="en-US" sz="18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FreeSans"/>
                          <a:ea typeface="DejaVu Sans"/>
                        </a:rPr>
                        <a:t>Profile image of user</a:t>
                      </a:r>
                      <a:endParaRPr lang="en-US" sz="18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FreeSerif"/>
                      </a:endParaRPr>
                    </a:p>
                  </a:txBody>
                  <a:tcPr anchor="t" marL="36000" marR="36000" marT="45720" marB="45720">
                    <a:lnL w="7200">
                      <a:solidFill>
                        <a:srgbClr val="000000"/>
                      </a:solidFill>
                      <a:prstDash val="solid"/>
                    </a:lnL>
                    <a:lnR w="7200">
                      <a:solidFill>
                        <a:srgbClr val="000000"/>
                      </a:solidFill>
                      <a:prstDash val="solid"/>
                    </a:lnR>
                    <a:lnT w="7200">
                      <a:solidFill>
                        <a:srgbClr val="000000"/>
                      </a:solidFill>
                      <a:prstDash val="solid"/>
                    </a:lnT>
                    <a:lnB w="720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</a:tr>
              <a:tr h="366120">
                <a:tc>
                  <a:txBody>
                    <a:bodyPr lIns="36000" rIns="36000" anchor="t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lang="en-US" sz="18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FreeSans"/>
                          <a:ea typeface="DejaVu Sans"/>
                        </a:rPr>
                        <a:t>verified : bool</a:t>
                      </a:r>
                      <a:endParaRPr lang="en-US" sz="18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FreeSerif"/>
                      </a:endParaRPr>
                    </a:p>
                  </a:txBody>
                  <a:tcPr anchor="t" marL="36000" marR="36000" marT="45720" marB="45720">
                    <a:lnL w="7200">
                      <a:solidFill>
                        <a:srgbClr val="000000"/>
                      </a:solidFill>
                      <a:prstDash val="solid"/>
                    </a:lnL>
                    <a:lnR w="7200">
                      <a:solidFill>
                        <a:srgbClr val="000000"/>
                      </a:solidFill>
                      <a:prstDash val="solid"/>
                    </a:lnR>
                    <a:lnT w="7200">
                      <a:solidFill>
                        <a:srgbClr val="000000"/>
                      </a:solidFill>
                      <a:prstDash val="solid"/>
                    </a:lnT>
                    <a:lnB w="720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lIns="36000" rIns="36000" anchor="t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lang="en-US" sz="18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FreeSans"/>
                          <a:ea typeface="DejaVu Sans"/>
                        </a:rPr>
                        <a:t>The user has verified his email or not</a:t>
                      </a:r>
                      <a:endParaRPr lang="en-US" sz="18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FreeSerif"/>
                      </a:endParaRPr>
                    </a:p>
                  </a:txBody>
                  <a:tcPr anchor="t" marL="36000" marR="36000" marT="45720" marB="45720">
                    <a:lnL w="7200">
                      <a:solidFill>
                        <a:srgbClr val="000000"/>
                      </a:solidFill>
                      <a:prstDash val="solid"/>
                    </a:lnL>
                    <a:lnR w="7200">
                      <a:solidFill>
                        <a:srgbClr val="000000"/>
                      </a:solidFill>
                      <a:prstDash val="solid"/>
                    </a:lnR>
                    <a:lnT w="7200">
                      <a:solidFill>
                        <a:srgbClr val="000000"/>
                      </a:solidFill>
                      <a:prstDash val="solid"/>
                    </a:lnT>
                    <a:lnB w="720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</a:tr>
            </a:tbl>
          </a:graphicData>
        </a:graphic>
      </p:graphicFrame>
      <p:sp>
        <p:nvSpPr>
          <p:cNvPr id="83" name="Rectangle 76"/>
          <p:cNvSpPr/>
          <p:nvPr/>
        </p:nvSpPr>
        <p:spPr>
          <a:xfrm>
            <a:off x="2514600" y="1259640"/>
            <a:ext cx="5027040" cy="45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spAutoFit/>
          </a:bodyPr>
          <a:p>
            <a:pPr algn="ctr" defTabSz="914400">
              <a:lnSpc>
                <a:spcPct val="100000"/>
              </a:lnSpc>
            </a:pPr>
            <a:r>
              <a:rPr lang="en-US" sz="2400" b="1" u="none" strike="noStrike">
                <a:solidFill>
                  <a:srgbClr val="000000"/>
                </a:solidFill>
                <a:effectLst/>
                <a:uFillTx/>
                <a:latin typeface="FreeSans"/>
                <a:ea typeface="DejaVu Sans"/>
              </a:rPr>
              <a:t>users collection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FreeSerif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sldNum" idx="15"/>
          </p:nvPr>
        </p:nvSpPr>
        <p:spPr/>
        <p:txBody>
          <a:bodyPr/>
          <a:p>
            <a:fld id="{0BE6DBAC-1071-4EB1-89FD-5141D25FC89A}" type="slidenum">
              <a:t>14</a:t>
            </a:fld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PlaceHolder 1"/>
          <p:cNvSpPr>
            <a:spLocks noGrp="1"/>
          </p:cNvSpPr>
          <p:nvPr>
            <p:ph type="title"/>
          </p:nvPr>
        </p:nvSpPr>
        <p:spPr>
          <a:xfrm>
            <a:off x="733680" y="-215640"/>
            <a:ext cx="8637120" cy="901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spAutoFit/>
          </a:bodyPr>
          <a:p>
            <a:pPr indent="0" algn="ctr" defTabSz="914400">
              <a:lnSpc>
                <a:spcPct val="100000"/>
              </a:lnSpc>
              <a:buNone/>
              <a:tabLst>
                <a:tab algn="l" pos="0"/>
              </a:tabLst>
            </a:pPr>
            <a:r>
              <a:rPr lang="en-US" sz="2400" b="1" u="none" strike="noStrike">
                <a:solidFill>
                  <a:srgbClr val="000000"/>
                </a:solidFill>
                <a:effectLst/>
                <a:uFillTx/>
                <a:latin typeface="FreeSans"/>
                <a:ea typeface="DejaVu Sans"/>
              </a:rPr>
              <a:t>cars collection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FreeSerif"/>
            </a:endParaRPr>
          </a:p>
        </p:txBody>
      </p:sp>
      <p:graphicFrame>
        <p:nvGraphicFramePr>
          <p:cNvPr id="85" name="Table 78"/>
          <p:cNvGraphicFramePr/>
          <p:nvPr/>
        </p:nvGraphicFramePr>
        <p:xfrm>
          <a:off x="804240" y="528840"/>
          <a:ext cx="9025200" cy="5125680"/>
        </p:xfrm>
        <a:graphic>
          <a:graphicData uri="http://schemas.openxmlformats.org/drawingml/2006/table">
            <a:tbl>
              <a:tblPr/>
              <a:tblGrid>
                <a:gridCol w="3533400"/>
                <a:gridCol w="5492160"/>
              </a:tblGrid>
              <a:tr h="343440">
                <a:tc>
                  <a:txBody>
                    <a:bodyPr lIns="36000" rIns="36000" anchor="t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</a:pPr>
                      <a:r>
                        <a:rPr lang="en-US" sz="18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FreeSans"/>
                          <a:ea typeface="DejaVu Sans"/>
                        </a:rPr>
                        <a:t>carId : number</a:t>
                      </a:r>
                      <a:endParaRPr lang="en-US" sz="18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FreeSerif"/>
                      </a:endParaRPr>
                    </a:p>
                  </a:txBody>
                  <a:tcPr anchor="t" marL="36000" marR="36000" marT="45720" marB="45720">
                    <a:lnL w="7200">
                      <a:solidFill>
                        <a:srgbClr val="000000"/>
                      </a:solidFill>
                      <a:prstDash val="solid"/>
                    </a:lnL>
                    <a:lnR w="7200">
                      <a:solidFill>
                        <a:srgbClr val="000000"/>
                      </a:solidFill>
                      <a:prstDash val="solid"/>
                    </a:lnR>
                    <a:lnT w="7200">
                      <a:solidFill>
                        <a:srgbClr val="000000"/>
                      </a:solidFill>
                      <a:prstDash val="solid"/>
                    </a:lnT>
                    <a:lnB w="720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lIns="36000" rIns="36000" anchor="t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</a:pPr>
                      <a:r>
                        <a:rPr lang="en-US" sz="18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FreeSans"/>
                          <a:ea typeface="DejaVu Sans"/>
                        </a:rPr>
                        <a:t>Id of car</a:t>
                      </a:r>
                      <a:endParaRPr lang="en-US" sz="18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FreeSerif"/>
                      </a:endParaRPr>
                    </a:p>
                  </a:txBody>
                  <a:tcPr anchor="t" marL="36000" marR="36000" marT="45720" marB="45720">
                    <a:lnL w="7200">
                      <a:solidFill>
                        <a:srgbClr val="000000"/>
                      </a:solidFill>
                      <a:prstDash val="solid"/>
                    </a:lnL>
                    <a:lnR w="7200">
                      <a:solidFill>
                        <a:srgbClr val="000000"/>
                      </a:solidFill>
                      <a:prstDash val="solid"/>
                    </a:lnR>
                    <a:lnT w="7200">
                      <a:solidFill>
                        <a:srgbClr val="000000"/>
                      </a:solidFill>
                      <a:prstDash val="solid"/>
                    </a:lnT>
                    <a:lnB w="720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</a:tr>
              <a:tr h="216000">
                <a:tc>
                  <a:txBody>
                    <a:bodyPr lIns="36000" rIns="36000" anchor="t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lang="en-US" sz="18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FreeSans"/>
                          <a:ea typeface="DejaVu Sans"/>
                        </a:rPr>
                        <a:t>brand : string</a:t>
                      </a:r>
                      <a:endParaRPr lang="en-US" sz="18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FreeSerif"/>
                      </a:endParaRPr>
                    </a:p>
                  </a:txBody>
                  <a:tcPr anchor="t" marL="36000" marR="36000" marT="45720" marB="45720">
                    <a:lnL w="7200">
                      <a:solidFill>
                        <a:srgbClr val="000000"/>
                      </a:solidFill>
                      <a:prstDash val="solid"/>
                    </a:lnL>
                    <a:lnR w="7200">
                      <a:solidFill>
                        <a:srgbClr val="000000"/>
                      </a:solidFill>
                      <a:prstDash val="solid"/>
                    </a:lnR>
                    <a:lnT w="7200">
                      <a:solidFill>
                        <a:srgbClr val="000000"/>
                      </a:solidFill>
                      <a:prstDash val="solid"/>
                    </a:lnT>
                    <a:lnB w="720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lIns="36000" rIns="36000" anchor="t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lang="en-US" sz="18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FreeSans"/>
                          <a:ea typeface="DejaVu Sans"/>
                        </a:rPr>
                        <a:t>Brand of the car</a:t>
                      </a:r>
                      <a:endParaRPr lang="en-US" sz="18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FreeSerif"/>
                      </a:endParaRPr>
                    </a:p>
                  </a:txBody>
                  <a:tcPr anchor="t" marL="36000" marR="36000" marT="45720" marB="45720">
                    <a:lnL w="7200">
                      <a:solidFill>
                        <a:srgbClr val="000000"/>
                      </a:solidFill>
                      <a:prstDash val="solid"/>
                    </a:lnL>
                    <a:lnR w="7200">
                      <a:solidFill>
                        <a:srgbClr val="000000"/>
                      </a:solidFill>
                      <a:prstDash val="solid"/>
                    </a:lnR>
                    <a:lnT w="7200">
                      <a:solidFill>
                        <a:srgbClr val="000000"/>
                      </a:solidFill>
                      <a:prstDash val="solid"/>
                    </a:lnT>
                    <a:lnB w="720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</a:tr>
              <a:tr h="343440">
                <a:tc>
                  <a:txBody>
                    <a:bodyPr lIns="36000" rIns="36000" anchor="t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lang="en-US" sz="18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FreeSans"/>
                          <a:ea typeface="DejaVu Sans"/>
                        </a:rPr>
                        <a:t>model : string</a:t>
                      </a:r>
                      <a:endParaRPr lang="en-US" sz="18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FreeSerif"/>
                      </a:endParaRPr>
                    </a:p>
                  </a:txBody>
                  <a:tcPr anchor="t" marL="36000" marR="36000" marT="45720" marB="45720">
                    <a:lnL w="7200">
                      <a:solidFill>
                        <a:srgbClr val="000000"/>
                      </a:solidFill>
                      <a:prstDash val="solid"/>
                    </a:lnL>
                    <a:lnR w="7200">
                      <a:solidFill>
                        <a:srgbClr val="000000"/>
                      </a:solidFill>
                      <a:prstDash val="solid"/>
                    </a:lnR>
                    <a:lnT w="7200">
                      <a:solidFill>
                        <a:srgbClr val="000000"/>
                      </a:solidFill>
                      <a:prstDash val="solid"/>
                    </a:lnT>
                    <a:lnB w="720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lIns="36000" rIns="36000" anchor="t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lang="en-US" sz="18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FreeSans"/>
                          <a:ea typeface="DejaVu Sans"/>
                        </a:rPr>
                        <a:t>model of the car</a:t>
                      </a:r>
                      <a:endParaRPr lang="en-US" sz="18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FreeSerif"/>
                      </a:endParaRPr>
                    </a:p>
                  </a:txBody>
                  <a:tcPr anchor="t" marL="36000" marR="36000" marT="45720" marB="45720">
                    <a:lnL w="7200">
                      <a:solidFill>
                        <a:srgbClr val="000000"/>
                      </a:solidFill>
                      <a:prstDash val="solid"/>
                    </a:lnL>
                    <a:lnR w="7200">
                      <a:solidFill>
                        <a:srgbClr val="000000"/>
                      </a:solidFill>
                      <a:prstDash val="solid"/>
                    </a:lnR>
                    <a:lnT w="7200">
                      <a:solidFill>
                        <a:srgbClr val="000000"/>
                      </a:solidFill>
                      <a:prstDash val="solid"/>
                    </a:lnT>
                    <a:lnB w="720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</a:tr>
              <a:tr h="343440">
                <a:tc>
                  <a:txBody>
                    <a:bodyPr lIns="36000" rIns="36000" anchor="t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lang="en-US" sz="18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FreeSans"/>
                          <a:ea typeface="DejaVu Sans"/>
                        </a:rPr>
                        <a:t>year : number</a:t>
                      </a:r>
                      <a:endParaRPr lang="en-US" sz="18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FreeSerif"/>
                      </a:endParaRPr>
                    </a:p>
                  </a:txBody>
                  <a:tcPr anchor="t" marL="36000" marR="36000" marT="45720" marB="45720">
                    <a:lnL w="7200">
                      <a:solidFill>
                        <a:srgbClr val="000000"/>
                      </a:solidFill>
                      <a:prstDash val="solid"/>
                    </a:lnL>
                    <a:lnR w="7200">
                      <a:solidFill>
                        <a:srgbClr val="000000"/>
                      </a:solidFill>
                      <a:prstDash val="solid"/>
                    </a:lnR>
                    <a:lnT w="7200">
                      <a:solidFill>
                        <a:srgbClr val="000000"/>
                      </a:solidFill>
                      <a:prstDash val="solid"/>
                    </a:lnT>
                    <a:lnB w="720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lIns="36000" rIns="36000" anchor="t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lang="en-US" sz="18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FreeSans"/>
                          <a:ea typeface="DejaVu Sans"/>
                        </a:rPr>
                        <a:t>Year of purchase</a:t>
                      </a:r>
                      <a:endParaRPr lang="en-US" sz="18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FreeSerif"/>
                      </a:endParaRPr>
                    </a:p>
                  </a:txBody>
                  <a:tcPr anchor="t" marL="36000" marR="36000" marT="45720" marB="45720">
                    <a:lnL w="7200">
                      <a:solidFill>
                        <a:srgbClr val="000000"/>
                      </a:solidFill>
                      <a:prstDash val="solid"/>
                    </a:lnL>
                    <a:lnR w="7200">
                      <a:solidFill>
                        <a:srgbClr val="000000"/>
                      </a:solidFill>
                      <a:prstDash val="solid"/>
                    </a:lnR>
                    <a:lnT w="7200">
                      <a:solidFill>
                        <a:srgbClr val="000000"/>
                      </a:solidFill>
                      <a:prstDash val="solid"/>
                    </a:lnT>
                    <a:lnB w="720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</a:tr>
              <a:tr h="343440">
                <a:tc>
                  <a:txBody>
                    <a:bodyPr lIns="36000" rIns="36000" anchor="t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lang="en-US" sz="18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FreeSans"/>
                          <a:ea typeface="DejaVu Sans"/>
                        </a:rPr>
                        <a:t>type : number</a:t>
                      </a:r>
                      <a:endParaRPr lang="en-US" sz="18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FreeSerif"/>
                      </a:endParaRPr>
                    </a:p>
                  </a:txBody>
                  <a:tcPr anchor="t" marL="36000" marR="36000" marT="45720" marB="45720">
                    <a:lnL w="7200">
                      <a:solidFill>
                        <a:srgbClr val="000000"/>
                      </a:solidFill>
                      <a:prstDash val="solid"/>
                    </a:lnL>
                    <a:lnR w="7200">
                      <a:solidFill>
                        <a:srgbClr val="000000"/>
                      </a:solidFill>
                      <a:prstDash val="solid"/>
                    </a:lnR>
                    <a:lnT w="7200">
                      <a:solidFill>
                        <a:srgbClr val="000000"/>
                      </a:solidFill>
                      <a:prstDash val="solid"/>
                    </a:lnT>
                    <a:lnB w="720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lIns="36000" rIns="36000" anchor="t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lang="en-US" sz="18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FreeSans"/>
                          <a:ea typeface="DejaVu Sans"/>
                        </a:rPr>
                        <a:t>type of car</a:t>
                      </a:r>
                      <a:endParaRPr lang="en-US" sz="18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FreeSerif"/>
                      </a:endParaRPr>
                    </a:p>
                  </a:txBody>
                  <a:tcPr anchor="t" marL="36000" marR="36000" marT="45720" marB="45720">
                    <a:lnL w="7200">
                      <a:solidFill>
                        <a:srgbClr val="000000"/>
                      </a:solidFill>
                      <a:prstDash val="solid"/>
                    </a:lnL>
                    <a:lnR w="7200">
                      <a:solidFill>
                        <a:srgbClr val="000000"/>
                      </a:solidFill>
                      <a:prstDash val="solid"/>
                    </a:lnR>
                    <a:lnT w="7200">
                      <a:solidFill>
                        <a:srgbClr val="000000"/>
                      </a:solidFill>
                      <a:prstDash val="solid"/>
                    </a:lnT>
                    <a:lnB w="720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</a:tr>
              <a:tr h="343440">
                <a:tc>
                  <a:txBody>
                    <a:bodyPr lIns="36000" rIns="36000" anchor="t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lang="en-US" sz="18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FreeSans"/>
                          <a:ea typeface="DejaVu Sans"/>
                        </a:rPr>
                        <a:t>seats : number</a:t>
                      </a:r>
                      <a:endParaRPr lang="en-US" sz="18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FreeSerif"/>
                      </a:endParaRPr>
                    </a:p>
                  </a:txBody>
                  <a:tcPr anchor="t" marL="36000" marR="36000" marT="45720" marB="45720">
                    <a:lnL w="7200">
                      <a:solidFill>
                        <a:srgbClr val="000000"/>
                      </a:solidFill>
                      <a:prstDash val="solid"/>
                    </a:lnL>
                    <a:lnR w="7200">
                      <a:solidFill>
                        <a:srgbClr val="000000"/>
                      </a:solidFill>
                      <a:prstDash val="solid"/>
                    </a:lnR>
                    <a:lnT w="7200">
                      <a:solidFill>
                        <a:srgbClr val="000000"/>
                      </a:solidFill>
                      <a:prstDash val="solid"/>
                    </a:lnT>
                    <a:lnB w="720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lIns="36000" rIns="36000" anchor="t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lang="en-US" sz="18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FreeSans"/>
                          <a:ea typeface="DejaVu Sans"/>
                        </a:rPr>
                        <a:t>seats of card</a:t>
                      </a:r>
                      <a:endParaRPr lang="en-US" sz="18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FreeSerif"/>
                      </a:endParaRPr>
                    </a:p>
                  </a:txBody>
                  <a:tcPr anchor="t" marL="36000" marR="36000" marT="45720" marB="45720">
                    <a:lnL w="7200">
                      <a:solidFill>
                        <a:srgbClr val="000000"/>
                      </a:solidFill>
                      <a:prstDash val="solid"/>
                    </a:lnL>
                    <a:lnR w="7200">
                      <a:solidFill>
                        <a:srgbClr val="000000"/>
                      </a:solidFill>
                      <a:prstDash val="solid"/>
                    </a:lnR>
                    <a:lnT w="7200">
                      <a:solidFill>
                        <a:srgbClr val="000000"/>
                      </a:solidFill>
                      <a:prstDash val="solid"/>
                    </a:lnT>
                    <a:lnB w="720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</a:tr>
              <a:tr h="343440">
                <a:tc>
                  <a:txBody>
                    <a:bodyPr lIns="36000" rIns="36000" anchor="t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lang="en-US" sz="18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FreeSans"/>
                          <a:ea typeface="DejaVu Sans"/>
                        </a:rPr>
                        <a:t>fuelType : string</a:t>
                      </a:r>
                      <a:endParaRPr lang="en-US" sz="18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FreeSerif"/>
                      </a:endParaRPr>
                    </a:p>
                  </a:txBody>
                  <a:tcPr anchor="t" marL="36000" marR="36000" marT="45720" marB="45720">
                    <a:lnL w="7200">
                      <a:solidFill>
                        <a:srgbClr val="000000"/>
                      </a:solidFill>
                      <a:prstDash val="solid"/>
                    </a:lnL>
                    <a:lnR w="7200">
                      <a:solidFill>
                        <a:srgbClr val="000000"/>
                      </a:solidFill>
                      <a:prstDash val="solid"/>
                    </a:lnR>
                    <a:lnT w="7200">
                      <a:solidFill>
                        <a:srgbClr val="000000"/>
                      </a:solidFill>
                      <a:prstDash val="solid"/>
                    </a:lnT>
                    <a:lnB w="720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lIns="36000" rIns="36000" anchor="t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lang="en-US" sz="18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FreeSans"/>
                          <a:ea typeface="DejaVu Sans"/>
                        </a:rPr>
                        <a:t>diesel or petrol</a:t>
                      </a:r>
                      <a:endParaRPr lang="en-US" sz="18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FreeSerif"/>
                      </a:endParaRPr>
                    </a:p>
                  </a:txBody>
                  <a:tcPr anchor="t" marL="36000" marR="36000" marT="45720" marB="45720">
                    <a:lnL w="7200">
                      <a:solidFill>
                        <a:srgbClr val="000000"/>
                      </a:solidFill>
                      <a:prstDash val="solid"/>
                    </a:lnL>
                    <a:lnR w="7200">
                      <a:solidFill>
                        <a:srgbClr val="000000"/>
                      </a:solidFill>
                      <a:prstDash val="solid"/>
                    </a:lnR>
                    <a:lnT w="7200">
                      <a:solidFill>
                        <a:srgbClr val="000000"/>
                      </a:solidFill>
                      <a:prstDash val="solid"/>
                    </a:lnT>
                    <a:lnB w="720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</a:tr>
              <a:tr h="343440">
                <a:tc>
                  <a:txBody>
                    <a:bodyPr lIns="36000" rIns="36000" anchor="t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lang="en-US" sz="18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FreeSans"/>
                          <a:ea typeface="DejaVu Sans"/>
                        </a:rPr>
                        <a:t>transmission : string</a:t>
                      </a:r>
                      <a:endParaRPr lang="en-US" sz="18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FreeSerif"/>
                      </a:endParaRPr>
                    </a:p>
                  </a:txBody>
                  <a:tcPr anchor="t" marL="36000" marR="36000" marT="45720" marB="45720">
                    <a:lnL w="7200">
                      <a:solidFill>
                        <a:srgbClr val="000000"/>
                      </a:solidFill>
                      <a:prstDash val="solid"/>
                    </a:lnL>
                    <a:lnR w="7200">
                      <a:solidFill>
                        <a:srgbClr val="000000"/>
                      </a:solidFill>
                      <a:prstDash val="solid"/>
                    </a:lnR>
                    <a:lnT w="7200">
                      <a:solidFill>
                        <a:srgbClr val="000000"/>
                      </a:solidFill>
                      <a:prstDash val="solid"/>
                    </a:lnT>
                    <a:lnB w="720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lIns="36000" rIns="36000" anchor="t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lang="en-US" sz="18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FreeSans"/>
                          <a:ea typeface="DejaVu Sans"/>
                        </a:rPr>
                        <a:t>manual or auto gear</a:t>
                      </a:r>
                      <a:endParaRPr lang="en-US" sz="18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FreeSerif"/>
                      </a:endParaRPr>
                    </a:p>
                  </a:txBody>
                  <a:tcPr anchor="t" marL="36000" marR="36000" marT="45720" marB="45720">
                    <a:lnL w="7200">
                      <a:solidFill>
                        <a:srgbClr val="000000"/>
                      </a:solidFill>
                      <a:prstDash val="solid"/>
                    </a:lnL>
                    <a:lnR w="7200">
                      <a:solidFill>
                        <a:srgbClr val="000000"/>
                      </a:solidFill>
                      <a:prstDash val="solid"/>
                    </a:lnR>
                    <a:lnT w="7200">
                      <a:solidFill>
                        <a:srgbClr val="000000"/>
                      </a:solidFill>
                      <a:prstDash val="solid"/>
                    </a:lnT>
                    <a:lnB w="720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</a:tr>
              <a:tr h="343440">
                <a:tc>
                  <a:txBody>
                    <a:bodyPr lIns="36000" rIns="36000" anchor="t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lang="en-US" sz="18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FreeSans"/>
                          <a:ea typeface="DejaVu Sans"/>
                        </a:rPr>
                        <a:t>pricePerDay : number</a:t>
                      </a:r>
                      <a:endParaRPr lang="en-US" sz="18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FreeSerif"/>
                      </a:endParaRPr>
                    </a:p>
                  </a:txBody>
                  <a:tcPr anchor="t" marL="36000" marR="36000" marT="45720" marB="45720">
                    <a:lnL w="7200">
                      <a:solidFill>
                        <a:srgbClr val="000000"/>
                      </a:solidFill>
                      <a:prstDash val="solid"/>
                    </a:lnL>
                    <a:lnR w="7200">
                      <a:solidFill>
                        <a:srgbClr val="000000"/>
                      </a:solidFill>
                      <a:prstDash val="solid"/>
                    </a:lnR>
                    <a:lnT w="7200">
                      <a:solidFill>
                        <a:srgbClr val="000000"/>
                      </a:solidFill>
                      <a:prstDash val="solid"/>
                    </a:lnT>
                    <a:lnB w="720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lIns="36000" rIns="36000" anchor="t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lang="en-US" sz="18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FreeSans"/>
                          <a:ea typeface="DejaVu Sans"/>
                        </a:rPr>
                        <a:t>price per day</a:t>
                      </a:r>
                      <a:endParaRPr lang="en-US" sz="18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FreeSerif"/>
                      </a:endParaRPr>
                    </a:p>
                  </a:txBody>
                  <a:tcPr anchor="t" marL="36000" marR="36000" marT="45720" marB="45720">
                    <a:lnL w="7200">
                      <a:solidFill>
                        <a:srgbClr val="000000"/>
                      </a:solidFill>
                      <a:prstDash val="solid"/>
                    </a:lnL>
                    <a:lnR w="7200">
                      <a:solidFill>
                        <a:srgbClr val="000000"/>
                      </a:solidFill>
                      <a:prstDash val="solid"/>
                    </a:lnR>
                    <a:lnT w="7200">
                      <a:solidFill>
                        <a:srgbClr val="000000"/>
                      </a:solidFill>
                      <a:prstDash val="solid"/>
                    </a:lnT>
                    <a:lnB w="720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</a:tr>
              <a:tr h="280440">
                <a:tc>
                  <a:txBody>
                    <a:bodyPr lIns="36000" rIns="36000" anchor="t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lang="en-US" sz="18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FreeSans"/>
                          <a:ea typeface="DejaVu Sans"/>
                        </a:rPr>
                        <a:t>location : string</a:t>
                      </a:r>
                      <a:endParaRPr lang="en-US" sz="18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FreeSerif"/>
                      </a:endParaRPr>
                    </a:p>
                  </a:txBody>
                  <a:tcPr anchor="t" marL="36000" marR="36000" marT="45720" marB="45720">
                    <a:lnL w="7200">
                      <a:solidFill>
                        <a:srgbClr val="000000"/>
                      </a:solidFill>
                      <a:prstDash val="solid"/>
                    </a:lnL>
                    <a:lnR w="7200">
                      <a:solidFill>
                        <a:srgbClr val="000000"/>
                      </a:solidFill>
                      <a:prstDash val="solid"/>
                    </a:lnR>
                    <a:lnT w="7200">
                      <a:solidFill>
                        <a:srgbClr val="000000"/>
                      </a:solidFill>
                      <a:prstDash val="solid"/>
                    </a:lnT>
                    <a:lnB w="720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lIns="36000" rIns="36000" anchor="t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lang="en-US" sz="18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FreeSans"/>
                          <a:ea typeface="DejaVu Sans"/>
                        </a:rPr>
                        <a:t>location of car , includes object with city and area</a:t>
                      </a:r>
                      <a:endParaRPr lang="en-US" sz="18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FreeSerif"/>
                      </a:endParaRPr>
                    </a:p>
                  </a:txBody>
                  <a:tcPr anchor="t" marL="36000" marR="36000" marT="45720" marB="45720">
                    <a:lnL w="7200">
                      <a:solidFill>
                        <a:srgbClr val="000000"/>
                      </a:solidFill>
                      <a:prstDash val="solid"/>
                    </a:lnL>
                    <a:lnR w="7200">
                      <a:solidFill>
                        <a:srgbClr val="000000"/>
                      </a:solidFill>
                      <a:prstDash val="solid"/>
                    </a:lnR>
                    <a:lnT w="7200">
                      <a:solidFill>
                        <a:srgbClr val="000000"/>
                      </a:solidFill>
                      <a:prstDash val="solid"/>
                    </a:lnT>
                    <a:lnB w="720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</a:tr>
              <a:tr h="343440">
                <a:tc>
                  <a:txBody>
                    <a:bodyPr lIns="36000" rIns="36000" anchor="t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lang="en-US" sz="18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FreeSans"/>
                          <a:ea typeface="DejaVu Sans"/>
                        </a:rPr>
                        <a:t>images : string</a:t>
                      </a:r>
                      <a:endParaRPr lang="en-US" sz="18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FreeSerif"/>
                      </a:endParaRPr>
                    </a:p>
                  </a:txBody>
                  <a:tcPr anchor="t" marL="36000" marR="36000" marT="45720" marB="45720">
                    <a:lnL w="7200">
                      <a:solidFill>
                        <a:srgbClr val="000000"/>
                      </a:solidFill>
                      <a:prstDash val="solid"/>
                    </a:lnL>
                    <a:lnR w="7200">
                      <a:solidFill>
                        <a:srgbClr val="000000"/>
                      </a:solidFill>
                      <a:prstDash val="solid"/>
                    </a:lnR>
                    <a:lnT w="7200">
                      <a:solidFill>
                        <a:srgbClr val="000000"/>
                      </a:solidFill>
                      <a:prstDash val="solid"/>
                    </a:lnT>
                    <a:lnB w="720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lIns="36000" rIns="36000" anchor="t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lang="en-US" sz="18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FreeSans"/>
                          <a:ea typeface="DejaVu Sans"/>
                        </a:rPr>
                        <a:t>images of car</a:t>
                      </a:r>
                      <a:endParaRPr lang="en-US" sz="18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FreeSerif"/>
                      </a:endParaRPr>
                    </a:p>
                  </a:txBody>
                  <a:tcPr anchor="t" marL="36000" marR="36000" marT="45720" marB="45720">
                    <a:lnL w="7200">
                      <a:solidFill>
                        <a:srgbClr val="000000"/>
                      </a:solidFill>
                      <a:prstDash val="solid"/>
                    </a:lnL>
                    <a:lnR w="7200">
                      <a:solidFill>
                        <a:srgbClr val="000000"/>
                      </a:solidFill>
                      <a:prstDash val="solid"/>
                    </a:lnR>
                    <a:lnT w="7200">
                      <a:solidFill>
                        <a:srgbClr val="000000"/>
                      </a:solidFill>
                      <a:prstDash val="solid"/>
                    </a:lnT>
                    <a:lnB w="720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</a:tr>
              <a:tr h="343440">
                <a:tc>
                  <a:txBody>
                    <a:bodyPr lIns="36000" rIns="36000" anchor="t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lang="en-US" sz="18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FreeSans"/>
                          <a:ea typeface="DejaVu Sans"/>
                        </a:rPr>
                        <a:t>features : string</a:t>
                      </a:r>
                      <a:endParaRPr lang="en-US" sz="18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FreeSerif"/>
                      </a:endParaRPr>
                    </a:p>
                  </a:txBody>
                  <a:tcPr anchor="t" marL="36000" marR="36000" marT="45720" marB="45720">
                    <a:lnL w="7200">
                      <a:solidFill>
                        <a:srgbClr val="000000"/>
                      </a:solidFill>
                      <a:prstDash val="solid"/>
                    </a:lnL>
                    <a:lnR w="7200">
                      <a:solidFill>
                        <a:srgbClr val="000000"/>
                      </a:solidFill>
                      <a:prstDash val="solid"/>
                    </a:lnR>
                    <a:lnT w="7200">
                      <a:solidFill>
                        <a:srgbClr val="000000"/>
                      </a:solidFill>
                      <a:prstDash val="solid"/>
                    </a:lnT>
                    <a:lnB w="720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lIns="36000" rIns="36000" anchor="t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lang="en-US" sz="18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FreeSans"/>
                          <a:ea typeface="DejaVu Sans"/>
                        </a:rPr>
                        <a:t>list of features of car</a:t>
                      </a:r>
                      <a:endParaRPr lang="en-US" sz="18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FreeSerif"/>
                      </a:endParaRPr>
                    </a:p>
                  </a:txBody>
                  <a:tcPr anchor="t" marL="36000" marR="36000" marT="45720" marB="45720">
                    <a:lnL w="7200">
                      <a:solidFill>
                        <a:srgbClr val="000000"/>
                      </a:solidFill>
                      <a:prstDash val="solid"/>
                    </a:lnL>
                    <a:lnR w="7200">
                      <a:solidFill>
                        <a:srgbClr val="000000"/>
                      </a:solidFill>
                      <a:prstDash val="solid"/>
                    </a:lnR>
                    <a:lnT w="7200">
                      <a:solidFill>
                        <a:srgbClr val="000000"/>
                      </a:solidFill>
                      <a:prstDash val="solid"/>
                    </a:lnT>
                    <a:lnB w="720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</a:tr>
              <a:tr h="343440">
                <a:tc>
                  <a:txBody>
                    <a:bodyPr lIns="36000" rIns="36000" anchor="t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lang="en-US" sz="18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FreeSans"/>
                          <a:ea typeface="DejaVu Sans"/>
                        </a:rPr>
                        <a:t>isAvailable : bool</a:t>
                      </a:r>
                      <a:endParaRPr lang="en-US" sz="18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FreeSerif"/>
                      </a:endParaRPr>
                    </a:p>
                  </a:txBody>
                  <a:tcPr anchor="t" marL="36000" marR="36000" marT="45720" marB="45720">
                    <a:lnL w="7200">
                      <a:solidFill>
                        <a:srgbClr val="000000"/>
                      </a:solidFill>
                      <a:prstDash val="solid"/>
                    </a:lnL>
                    <a:lnR w="7200">
                      <a:solidFill>
                        <a:srgbClr val="000000"/>
                      </a:solidFill>
                      <a:prstDash val="solid"/>
                    </a:lnR>
                    <a:lnT w="7200">
                      <a:solidFill>
                        <a:srgbClr val="000000"/>
                      </a:solidFill>
                      <a:prstDash val="solid"/>
                    </a:lnT>
                    <a:lnB w="720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lIns="36000" rIns="36000" anchor="t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lang="en-US" sz="18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FreeSans"/>
                          <a:ea typeface="DejaVu Sans"/>
                        </a:rPr>
                        <a:t>car is available or not</a:t>
                      </a:r>
                      <a:endParaRPr lang="en-US" sz="18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FreeSerif"/>
                      </a:endParaRPr>
                    </a:p>
                  </a:txBody>
                  <a:tcPr anchor="t" marL="36000" marR="36000" marT="45720" marB="45720">
                    <a:lnL w="7200">
                      <a:solidFill>
                        <a:srgbClr val="000000"/>
                      </a:solidFill>
                      <a:prstDash val="solid"/>
                    </a:lnL>
                    <a:lnR w="7200">
                      <a:solidFill>
                        <a:srgbClr val="000000"/>
                      </a:solidFill>
                      <a:prstDash val="solid"/>
                    </a:lnR>
                    <a:lnT w="7200">
                      <a:solidFill>
                        <a:srgbClr val="000000"/>
                      </a:solidFill>
                      <a:prstDash val="solid"/>
                    </a:lnT>
                    <a:lnB w="720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</a:tr>
              <a:tr h="343440">
                <a:tc>
                  <a:txBody>
                    <a:bodyPr lIns="36000" rIns="36000" anchor="t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lang="en-US" sz="18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FreeSans"/>
                          <a:ea typeface="DejaVu Sans"/>
                        </a:rPr>
                        <a:t>createdAt : timestamp</a:t>
                      </a:r>
                      <a:endParaRPr lang="en-US" sz="18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FreeSerif"/>
                      </a:endParaRPr>
                    </a:p>
                  </a:txBody>
                  <a:tcPr anchor="t" marL="36000" marR="36000" marT="45720" marB="45720">
                    <a:lnL w="7200">
                      <a:solidFill>
                        <a:srgbClr val="000000"/>
                      </a:solidFill>
                      <a:prstDash val="solid"/>
                    </a:lnL>
                    <a:lnR w="7200">
                      <a:solidFill>
                        <a:srgbClr val="000000"/>
                      </a:solidFill>
                      <a:prstDash val="solid"/>
                    </a:lnR>
                    <a:lnT w="7200">
                      <a:solidFill>
                        <a:srgbClr val="000000"/>
                      </a:solidFill>
                      <a:prstDash val="solid"/>
                    </a:lnT>
                    <a:lnB w="720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lIns="36000" rIns="36000" anchor="t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lang="en-US" sz="18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FreeSans"/>
                          <a:ea typeface="DejaVu Sans"/>
                        </a:rPr>
                        <a:t>timestamp of car entry creation</a:t>
                      </a:r>
                      <a:endParaRPr lang="en-US" sz="18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FreeSerif"/>
                      </a:endParaRPr>
                    </a:p>
                  </a:txBody>
                  <a:tcPr anchor="t" marL="36000" marR="36000" marT="45720" marB="45720">
                    <a:lnL w="7200">
                      <a:solidFill>
                        <a:srgbClr val="000000"/>
                      </a:solidFill>
                      <a:prstDash val="solid"/>
                    </a:lnL>
                    <a:lnR w="7200">
                      <a:solidFill>
                        <a:srgbClr val="000000"/>
                      </a:solidFill>
                      <a:prstDash val="solid"/>
                    </a:lnR>
                    <a:lnT w="7200">
                      <a:solidFill>
                        <a:srgbClr val="000000"/>
                      </a:solidFill>
                      <a:prstDash val="solid"/>
                    </a:lnT>
                    <a:lnB w="720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</a:tr>
            </a:tbl>
          </a:graphicData>
        </a:graphic>
      </p:graphicFrame>
      <p:sp>
        <p:nvSpPr>
          <p:cNvPr id="3" name="PlaceHolder 2"/>
          <p:cNvSpPr>
            <a:spLocks noGrp="1"/>
          </p:cNvSpPr>
          <p:nvPr>
            <p:ph type="sldNum" idx="15"/>
          </p:nvPr>
        </p:nvSpPr>
        <p:spPr/>
        <p:txBody>
          <a:bodyPr/>
          <a:p>
            <a:fld id="{F5F004E4-6254-4336-B7CC-8FEF87D0B90B}" type="slidenum">
              <a:t>15</a:t>
            </a:fld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PlaceHolder 1"/>
          <p:cNvSpPr>
            <a:spLocks noGrp="1"/>
          </p:cNvSpPr>
          <p:nvPr>
            <p:ph type="title"/>
          </p:nvPr>
        </p:nvSpPr>
        <p:spPr>
          <a:xfrm>
            <a:off x="734400" y="-1080"/>
            <a:ext cx="8637120" cy="901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spAutoFit/>
          </a:bodyPr>
          <a:p>
            <a:pPr indent="0" algn="ctr" defTabSz="914400">
              <a:lnSpc>
                <a:spcPct val="100000"/>
              </a:lnSpc>
              <a:buNone/>
              <a:tabLst>
                <a:tab algn="l" pos="0"/>
              </a:tabLst>
            </a:pPr>
            <a:r>
              <a:rPr lang="en-US" sz="2400" b="1" u="none" strike="noStrike">
                <a:solidFill>
                  <a:srgbClr val="000000"/>
                </a:solidFill>
                <a:effectLst/>
                <a:uFillTx/>
                <a:latin typeface="FreeSans"/>
                <a:ea typeface="DejaVu Sans"/>
              </a:rPr>
              <a:t>bookings collection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FreeSerif"/>
            </a:endParaRPr>
          </a:p>
        </p:txBody>
      </p:sp>
      <p:graphicFrame>
        <p:nvGraphicFramePr>
          <p:cNvPr id="87" name="Table 80"/>
          <p:cNvGraphicFramePr/>
          <p:nvPr/>
        </p:nvGraphicFramePr>
        <p:xfrm>
          <a:off x="713520" y="962640"/>
          <a:ext cx="8638920" cy="4027320"/>
        </p:xfrm>
        <a:graphic>
          <a:graphicData uri="http://schemas.openxmlformats.org/drawingml/2006/table">
            <a:tbl>
              <a:tblPr/>
              <a:tblGrid>
                <a:gridCol w="3740040"/>
                <a:gridCol w="4899240"/>
              </a:tblGrid>
              <a:tr h="0">
                <a:tc>
                  <a:txBody>
                    <a:bodyPr lIns="36000" rIns="36000" anchor="t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</a:pPr>
                      <a:r>
                        <a:rPr lang="en-US" sz="18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FreeSans"/>
                          <a:ea typeface="DejaVu Sans"/>
                        </a:rPr>
                        <a:t>bookingId : number</a:t>
                      </a:r>
                      <a:endParaRPr lang="en-US" sz="18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FreeSerif"/>
                      </a:endParaRPr>
                    </a:p>
                  </a:txBody>
                  <a:tcPr anchor="t" marL="36000" marR="36000" marT="45720" marB="45720">
                    <a:lnL w="7200">
                      <a:solidFill>
                        <a:srgbClr val="000000"/>
                      </a:solidFill>
                      <a:prstDash val="solid"/>
                    </a:lnL>
                    <a:lnR w="7200">
                      <a:solidFill>
                        <a:srgbClr val="000000"/>
                      </a:solidFill>
                      <a:prstDash val="solid"/>
                    </a:lnR>
                    <a:lnT w="7200">
                      <a:solidFill>
                        <a:srgbClr val="000000"/>
                      </a:solidFill>
                      <a:prstDash val="solid"/>
                    </a:lnT>
                    <a:lnB w="720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lIns="36000" rIns="36000" anchor="t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</a:pPr>
                      <a:r>
                        <a:rPr lang="en-US" sz="18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FreeSans"/>
                          <a:ea typeface="DejaVu Sans"/>
                        </a:rPr>
                        <a:t>Id of booking</a:t>
                      </a:r>
                      <a:endParaRPr lang="en-US" sz="18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FreeSerif"/>
                      </a:endParaRPr>
                    </a:p>
                  </a:txBody>
                  <a:tcPr anchor="t" marL="36000" marR="36000" marT="45720" marB="45720">
                    <a:lnL w="7200">
                      <a:solidFill>
                        <a:srgbClr val="000000"/>
                      </a:solidFill>
                      <a:prstDash val="solid"/>
                    </a:lnL>
                    <a:lnR w="7200">
                      <a:solidFill>
                        <a:srgbClr val="000000"/>
                      </a:solidFill>
                      <a:prstDash val="solid"/>
                    </a:lnR>
                    <a:lnT w="7200">
                      <a:solidFill>
                        <a:srgbClr val="000000"/>
                      </a:solidFill>
                      <a:prstDash val="solid"/>
                    </a:lnT>
                    <a:lnB w="720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</a:tr>
              <a:tr h="0">
                <a:tc>
                  <a:txBody>
                    <a:bodyPr lIns="36000" rIns="36000" anchor="t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lang="en-US" sz="18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FreeSans"/>
                          <a:ea typeface="DejaVu Sans"/>
                        </a:rPr>
                        <a:t>userId : number</a:t>
                      </a:r>
                      <a:endParaRPr lang="en-US" sz="18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FreeSerif"/>
                      </a:endParaRPr>
                    </a:p>
                  </a:txBody>
                  <a:tcPr anchor="t" marL="36000" marR="36000" marT="45720" marB="45720">
                    <a:lnL w="7200">
                      <a:solidFill>
                        <a:srgbClr val="000000"/>
                      </a:solidFill>
                      <a:prstDash val="solid"/>
                    </a:lnL>
                    <a:lnR w="7200">
                      <a:solidFill>
                        <a:srgbClr val="000000"/>
                      </a:solidFill>
                      <a:prstDash val="solid"/>
                    </a:lnR>
                    <a:lnT w="7200">
                      <a:solidFill>
                        <a:srgbClr val="000000"/>
                      </a:solidFill>
                      <a:prstDash val="solid"/>
                    </a:lnT>
                    <a:lnB w="720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lIns="36000" rIns="36000" anchor="t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lang="en-US" sz="18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FreeSans"/>
                          <a:ea typeface="DejaVu Sans"/>
                        </a:rPr>
                        <a:t>id of user who booked car</a:t>
                      </a:r>
                      <a:endParaRPr lang="en-US" sz="18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FreeSerif"/>
                      </a:endParaRPr>
                    </a:p>
                  </a:txBody>
                  <a:tcPr anchor="t" marL="36000" marR="36000" marT="45720" marB="45720">
                    <a:lnL w="7200">
                      <a:solidFill>
                        <a:srgbClr val="000000"/>
                      </a:solidFill>
                      <a:prstDash val="solid"/>
                    </a:lnL>
                    <a:lnR w="7200">
                      <a:solidFill>
                        <a:srgbClr val="000000"/>
                      </a:solidFill>
                      <a:prstDash val="solid"/>
                    </a:lnR>
                    <a:lnT w="7200">
                      <a:solidFill>
                        <a:srgbClr val="000000"/>
                      </a:solidFill>
                      <a:prstDash val="solid"/>
                    </a:lnT>
                    <a:lnB w="720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</a:tr>
              <a:tr h="364680">
                <a:tc>
                  <a:txBody>
                    <a:bodyPr lIns="36000" rIns="36000" anchor="t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lang="en-US" sz="18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FreeSans"/>
                          <a:ea typeface="DejaVu Sans"/>
                        </a:rPr>
                        <a:t>carId : number</a:t>
                      </a:r>
                      <a:endParaRPr lang="en-US" sz="18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FreeSerif"/>
                      </a:endParaRPr>
                    </a:p>
                  </a:txBody>
                  <a:tcPr anchor="t" marL="36000" marR="36000" marT="45720" marB="45720">
                    <a:lnL w="7200">
                      <a:solidFill>
                        <a:srgbClr val="000000"/>
                      </a:solidFill>
                      <a:prstDash val="solid"/>
                    </a:lnL>
                    <a:lnR w="7200">
                      <a:solidFill>
                        <a:srgbClr val="000000"/>
                      </a:solidFill>
                      <a:prstDash val="solid"/>
                    </a:lnR>
                    <a:lnT w="7200">
                      <a:solidFill>
                        <a:srgbClr val="000000"/>
                      </a:solidFill>
                      <a:prstDash val="solid"/>
                    </a:lnT>
                    <a:lnB w="720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lIns="36000" rIns="36000" anchor="t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lang="en-US" sz="18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FreeSans"/>
                          <a:ea typeface="DejaVu Sans"/>
                        </a:rPr>
                        <a:t>id of car being booked</a:t>
                      </a:r>
                      <a:endParaRPr lang="en-US" sz="18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FreeSerif"/>
                      </a:endParaRPr>
                    </a:p>
                  </a:txBody>
                  <a:tcPr anchor="t" marL="36000" marR="36000" marT="45720" marB="45720">
                    <a:lnL w="7200">
                      <a:solidFill>
                        <a:srgbClr val="000000"/>
                      </a:solidFill>
                      <a:prstDash val="solid"/>
                    </a:lnL>
                    <a:lnR w="7200">
                      <a:solidFill>
                        <a:srgbClr val="000000"/>
                      </a:solidFill>
                      <a:prstDash val="solid"/>
                    </a:lnR>
                    <a:lnT w="7200">
                      <a:solidFill>
                        <a:srgbClr val="000000"/>
                      </a:solidFill>
                      <a:prstDash val="solid"/>
                    </a:lnT>
                    <a:lnB w="720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</a:tr>
              <a:tr h="364680">
                <a:tc>
                  <a:txBody>
                    <a:bodyPr lIns="36000" rIns="36000" anchor="t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lang="en-US" sz="18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FreeSans"/>
                          <a:ea typeface="DejaVu Sans"/>
                        </a:rPr>
                        <a:t>startDate : timestamp</a:t>
                      </a:r>
                      <a:endParaRPr lang="en-US" sz="18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FreeSerif"/>
                      </a:endParaRPr>
                    </a:p>
                  </a:txBody>
                  <a:tcPr anchor="t" marL="36000" marR="36000" marT="45720" marB="45720">
                    <a:lnL w="7200">
                      <a:solidFill>
                        <a:srgbClr val="000000"/>
                      </a:solidFill>
                      <a:prstDash val="solid"/>
                    </a:lnL>
                    <a:lnR w="7200">
                      <a:solidFill>
                        <a:srgbClr val="000000"/>
                      </a:solidFill>
                      <a:prstDash val="solid"/>
                    </a:lnR>
                    <a:lnT w="7200">
                      <a:solidFill>
                        <a:srgbClr val="000000"/>
                      </a:solidFill>
                      <a:prstDash val="solid"/>
                    </a:lnT>
                    <a:lnB w="720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lIns="36000" rIns="36000" anchor="t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lang="en-US" sz="18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FreeSans"/>
                          <a:ea typeface="DejaVu Sans"/>
                        </a:rPr>
                        <a:t>starting of the booking</a:t>
                      </a:r>
                      <a:endParaRPr lang="en-US" sz="18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FreeSerif"/>
                      </a:endParaRPr>
                    </a:p>
                  </a:txBody>
                  <a:tcPr anchor="t" marL="36000" marR="36000" marT="45720" marB="45720">
                    <a:lnL w="7200">
                      <a:solidFill>
                        <a:srgbClr val="000000"/>
                      </a:solidFill>
                      <a:prstDash val="solid"/>
                    </a:lnL>
                    <a:lnR w="7200">
                      <a:solidFill>
                        <a:srgbClr val="000000"/>
                      </a:solidFill>
                      <a:prstDash val="solid"/>
                    </a:lnR>
                    <a:lnT w="7200">
                      <a:solidFill>
                        <a:srgbClr val="000000"/>
                      </a:solidFill>
                      <a:prstDash val="solid"/>
                    </a:lnT>
                    <a:lnB w="720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</a:tr>
              <a:tr h="364680">
                <a:tc>
                  <a:txBody>
                    <a:bodyPr lIns="36000" rIns="36000" anchor="t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lang="en-US" sz="18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FreeSans"/>
                          <a:ea typeface="DejaVu Sans"/>
                        </a:rPr>
                        <a:t>endDate : timestamp</a:t>
                      </a:r>
                      <a:endParaRPr lang="en-US" sz="18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FreeSerif"/>
                      </a:endParaRPr>
                    </a:p>
                  </a:txBody>
                  <a:tcPr anchor="t" marL="36000" marR="36000" marT="45720" marB="45720">
                    <a:lnL w="7200">
                      <a:solidFill>
                        <a:srgbClr val="000000"/>
                      </a:solidFill>
                      <a:prstDash val="solid"/>
                    </a:lnL>
                    <a:lnR w="7200">
                      <a:solidFill>
                        <a:srgbClr val="000000"/>
                      </a:solidFill>
                      <a:prstDash val="solid"/>
                    </a:lnR>
                    <a:lnT w="7200">
                      <a:solidFill>
                        <a:srgbClr val="000000"/>
                      </a:solidFill>
                      <a:prstDash val="solid"/>
                    </a:lnT>
                    <a:lnB w="720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lIns="36000" rIns="36000" anchor="t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lang="en-US" sz="18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FreeSans"/>
                          <a:ea typeface="DejaVu Sans"/>
                        </a:rPr>
                        <a:t>ending of the booking</a:t>
                      </a:r>
                      <a:endParaRPr lang="en-US" sz="18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FreeSerif"/>
                      </a:endParaRPr>
                    </a:p>
                  </a:txBody>
                  <a:tcPr anchor="t" marL="36000" marR="36000" marT="45720" marB="45720">
                    <a:lnL w="7200">
                      <a:solidFill>
                        <a:srgbClr val="000000"/>
                      </a:solidFill>
                      <a:prstDash val="solid"/>
                    </a:lnL>
                    <a:lnR w="7200">
                      <a:solidFill>
                        <a:srgbClr val="000000"/>
                      </a:solidFill>
                      <a:prstDash val="solid"/>
                    </a:lnR>
                    <a:lnT w="7200">
                      <a:solidFill>
                        <a:srgbClr val="000000"/>
                      </a:solidFill>
                      <a:prstDash val="solid"/>
                    </a:lnT>
                    <a:lnB w="720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</a:tr>
              <a:tr h="364680">
                <a:tc>
                  <a:txBody>
                    <a:bodyPr lIns="36000" rIns="36000" anchor="t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lang="en-US" sz="18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FreeSans"/>
                          <a:ea typeface="DejaVu Sans"/>
                        </a:rPr>
                        <a:t>totalDays : number</a:t>
                      </a:r>
                      <a:endParaRPr lang="en-US" sz="18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FreeSerif"/>
                      </a:endParaRPr>
                    </a:p>
                  </a:txBody>
                  <a:tcPr anchor="t" marL="36000" marR="36000" marT="45720" marB="45720">
                    <a:lnL w="7200">
                      <a:solidFill>
                        <a:srgbClr val="000000"/>
                      </a:solidFill>
                      <a:prstDash val="solid"/>
                    </a:lnL>
                    <a:lnR w="7200">
                      <a:solidFill>
                        <a:srgbClr val="000000"/>
                      </a:solidFill>
                      <a:prstDash val="solid"/>
                    </a:lnR>
                    <a:lnT w="7200">
                      <a:solidFill>
                        <a:srgbClr val="000000"/>
                      </a:solidFill>
                      <a:prstDash val="solid"/>
                    </a:lnT>
                    <a:lnB w="720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lIns="36000" rIns="36000" anchor="t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lang="en-US" sz="18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FreeSans"/>
                          <a:ea typeface="DejaVu Sans"/>
                        </a:rPr>
                        <a:t>total days of the booking</a:t>
                      </a:r>
                      <a:endParaRPr lang="en-US" sz="18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FreeSerif"/>
                      </a:endParaRPr>
                    </a:p>
                  </a:txBody>
                  <a:tcPr anchor="t" marL="36000" marR="36000" marT="45720" marB="45720">
                    <a:lnL w="7200">
                      <a:solidFill>
                        <a:srgbClr val="000000"/>
                      </a:solidFill>
                      <a:prstDash val="solid"/>
                    </a:lnL>
                    <a:lnR w="7200">
                      <a:solidFill>
                        <a:srgbClr val="000000"/>
                      </a:solidFill>
                      <a:prstDash val="solid"/>
                    </a:lnR>
                    <a:lnT w="7200">
                      <a:solidFill>
                        <a:srgbClr val="000000"/>
                      </a:solidFill>
                      <a:prstDash val="solid"/>
                    </a:lnT>
                    <a:lnB w="720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</a:tr>
              <a:tr h="364680">
                <a:tc>
                  <a:txBody>
                    <a:bodyPr lIns="36000" rIns="36000" anchor="t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lang="en-US" sz="18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FreeSans"/>
                          <a:ea typeface="DejaVu Sans"/>
                        </a:rPr>
                        <a:t>pricePerDay : number</a:t>
                      </a:r>
                      <a:endParaRPr lang="en-US" sz="18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FreeSerif"/>
                      </a:endParaRPr>
                    </a:p>
                  </a:txBody>
                  <a:tcPr anchor="t" marL="36000" marR="36000" marT="45720" marB="45720">
                    <a:lnL w="7200">
                      <a:solidFill>
                        <a:srgbClr val="000000"/>
                      </a:solidFill>
                      <a:prstDash val="solid"/>
                    </a:lnL>
                    <a:lnR w="7200">
                      <a:solidFill>
                        <a:srgbClr val="000000"/>
                      </a:solidFill>
                      <a:prstDash val="solid"/>
                    </a:lnR>
                    <a:lnT w="7200">
                      <a:solidFill>
                        <a:srgbClr val="000000"/>
                      </a:solidFill>
                      <a:prstDash val="solid"/>
                    </a:lnT>
                    <a:lnB w="720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lIns="36000" rIns="36000" anchor="t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lang="en-US" sz="18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FreeSans"/>
                          <a:ea typeface="DejaVu Sans"/>
                        </a:rPr>
                        <a:t>price per day</a:t>
                      </a:r>
                      <a:endParaRPr lang="en-US" sz="18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FreeSerif"/>
                      </a:endParaRPr>
                    </a:p>
                  </a:txBody>
                  <a:tcPr anchor="t" marL="36000" marR="36000" marT="45720" marB="45720">
                    <a:lnL w="7200">
                      <a:solidFill>
                        <a:srgbClr val="000000"/>
                      </a:solidFill>
                      <a:prstDash val="solid"/>
                    </a:lnL>
                    <a:lnR w="7200">
                      <a:solidFill>
                        <a:srgbClr val="000000"/>
                      </a:solidFill>
                      <a:prstDash val="solid"/>
                    </a:lnR>
                    <a:lnT w="7200">
                      <a:solidFill>
                        <a:srgbClr val="000000"/>
                      </a:solidFill>
                      <a:prstDash val="solid"/>
                    </a:lnT>
                    <a:lnB w="720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</a:tr>
              <a:tr h="364680">
                <a:tc>
                  <a:txBody>
                    <a:bodyPr lIns="36000" rIns="36000" anchor="t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lang="en-US" sz="18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FreeSans"/>
                          <a:ea typeface="DejaVu Sans"/>
                        </a:rPr>
                        <a:t>totalPrice : number</a:t>
                      </a:r>
                      <a:endParaRPr lang="en-US" sz="18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FreeSerif"/>
                      </a:endParaRPr>
                    </a:p>
                  </a:txBody>
                  <a:tcPr anchor="t" marL="36000" marR="36000" marT="45720" marB="45720">
                    <a:lnL w="7200">
                      <a:solidFill>
                        <a:srgbClr val="000000"/>
                      </a:solidFill>
                      <a:prstDash val="solid"/>
                    </a:lnL>
                    <a:lnR w="7200">
                      <a:solidFill>
                        <a:srgbClr val="000000"/>
                      </a:solidFill>
                      <a:prstDash val="solid"/>
                    </a:lnR>
                    <a:lnT w="7200">
                      <a:solidFill>
                        <a:srgbClr val="000000"/>
                      </a:solidFill>
                      <a:prstDash val="solid"/>
                    </a:lnT>
                    <a:lnB w="720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lIns="36000" rIns="36000" anchor="t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lang="en-US" sz="18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FreeSans"/>
                          <a:ea typeface="DejaVu Sans"/>
                        </a:rPr>
                        <a:t>total price of the booking</a:t>
                      </a:r>
                      <a:endParaRPr lang="en-US" sz="18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FreeSerif"/>
                      </a:endParaRPr>
                    </a:p>
                  </a:txBody>
                  <a:tcPr anchor="t" marL="36000" marR="36000" marT="45720" marB="45720">
                    <a:lnL w="7200">
                      <a:solidFill>
                        <a:srgbClr val="000000"/>
                      </a:solidFill>
                      <a:prstDash val="solid"/>
                    </a:lnL>
                    <a:lnR w="7200">
                      <a:solidFill>
                        <a:srgbClr val="000000"/>
                      </a:solidFill>
                      <a:prstDash val="solid"/>
                    </a:lnR>
                    <a:lnT w="7200">
                      <a:solidFill>
                        <a:srgbClr val="000000"/>
                      </a:solidFill>
                      <a:prstDash val="solid"/>
                    </a:lnT>
                    <a:lnB w="720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</a:tr>
              <a:tr h="364680">
                <a:tc>
                  <a:txBody>
                    <a:bodyPr lIns="36000" rIns="36000" anchor="t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lang="en-US" sz="18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FreeSans"/>
                          <a:ea typeface="DejaVu Sans"/>
                        </a:rPr>
                        <a:t>status : string</a:t>
                      </a:r>
                      <a:endParaRPr lang="en-US" sz="18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FreeSerif"/>
                      </a:endParaRPr>
                    </a:p>
                  </a:txBody>
                  <a:tcPr anchor="t" marL="36000" marR="36000" marT="45720" marB="45720">
                    <a:lnL w="7200">
                      <a:solidFill>
                        <a:srgbClr val="000000"/>
                      </a:solidFill>
                      <a:prstDash val="solid"/>
                    </a:lnL>
                    <a:lnR w="7200">
                      <a:solidFill>
                        <a:srgbClr val="000000"/>
                      </a:solidFill>
                      <a:prstDash val="solid"/>
                    </a:lnR>
                    <a:lnT w="7200">
                      <a:solidFill>
                        <a:srgbClr val="000000"/>
                      </a:solidFill>
                      <a:prstDash val="solid"/>
                    </a:lnT>
                    <a:lnB w="720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lIns="36000" rIns="36000" anchor="t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lang="en-US" sz="18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FreeSans"/>
                          <a:ea typeface="DejaVu Sans"/>
                        </a:rPr>
                        <a:t>status of the booking(pending,confirm,cancelled)</a:t>
                      </a:r>
                      <a:endParaRPr lang="en-US" sz="18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FreeSerif"/>
                      </a:endParaRPr>
                    </a:p>
                  </a:txBody>
                  <a:tcPr anchor="t" marL="36000" marR="36000" marT="45720" marB="45720">
                    <a:lnL w="7200">
                      <a:solidFill>
                        <a:srgbClr val="000000"/>
                      </a:solidFill>
                      <a:prstDash val="solid"/>
                    </a:lnL>
                    <a:lnR w="7200">
                      <a:solidFill>
                        <a:srgbClr val="000000"/>
                      </a:solidFill>
                      <a:prstDash val="solid"/>
                    </a:lnR>
                    <a:lnT w="7200">
                      <a:solidFill>
                        <a:srgbClr val="000000"/>
                      </a:solidFill>
                      <a:prstDash val="solid"/>
                    </a:lnT>
                    <a:lnB w="720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</a:tr>
              <a:tr h="364680">
                <a:tc>
                  <a:txBody>
                    <a:bodyPr lIns="36000" rIns="36000" anchor="t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lang="en-US" sz="18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FreeSans"/>
                          <a:ea typeface="DejaVu Sans"/>
                        </a:rPr>
                        <a:t>pickupLocation : string</a:t>
                      </a:r>
                      <a:endParaRPr lang="en-US" sz="18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FreeSerif"/>
                      </a:endParaRPr>
                    </a:p>
                  </a:txBody>
                  <a:tcPr anchor="t" marL="36000" marR="36000" marT="45720" marB="45720">
                    <a:lnL w="7200">
                      <a:solidFill>
                        <a:srgbClr val="000000"/>
                      </a:solidFill>
                      <a:prstDash val="solid"/>
                    </a:lnL>
                    <a:lnR w="7200">
                      <a:solidFill>
                        <a:srgbClr val="000000"/>
                      </a:solidFill>
                      <a:prstDash val="solid"/>
                    </a:lnR>
                    <a:lnT w="7200">
                      <a:solidFill>
                        <a:srgbClr val="000000"/>
                      </a:solidFill>
                      <a:prstDash val="solid"/>
                    </a:lnT>
                    <a:lnB w="720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lIns="36000" rIns="36000" anchor="t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lang="en-US" sz="18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FreeSans"/>
                          <a:ea typeface="DejaVu Sans"/>
                        </a:rPr>
                        <a:t>pickup location of car</a:t>
                      </a:r>
                      <a:endParaRPr lang="en-US" sz="18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FreeSerif"/>
                      </a:endParaRPr>
                    </a:p>
                  </a:txBody>
                  <a:tcPr anchor="t" marL="36000" marR="36000" marT="45720" marB="45720">
                    <a:lnL w="7200">
                      <a:solidFill>
                        <a:srgbClr val="000000"/>
                      </a:solidFill>
                      <a:prstDash val="solid"/>
                    </a:lnL>
                    <a:lnR w="7200">
                      <a:solidFill>
                        <a:srgbClr val="000000"/>
                      </a:solidFill>
                      <a:prstDash val="solid"/>
                    </a:lnR>
                    <a:lnT w="7200">
                      <a:solidFill>
                        <a:srgbClr val="000000"/>
                      </a:solidFill>
                      <a:prstDash val="solid"/>
                    </a:lnT>
                    <a:lnB w="720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</a:tr>
              <a:tr h="364680">
                <a:tc>
                  <a:txBody>
                    <a:bodyPr lIns="36000" rIns="36000" anchor="t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lang="en-US" sz="18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FreeSans"/>
                          <a:ea typeface="DejaVu Sans"/>
                        </a:rPr>
                        <a:t>createdAt : timestamp</a:t>
                      </a:r>
                      <a:endParaRPr lang="en-US" sz="18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FreeSerif"/>
                      </a:endParaRPr>
                    </a:p>
                  </a:txBody>
                  <a:tcPr anchor="t" marL="36000" marR="36000" marT="45720" marB="45720">
                    <a:lnL w="7200">
                      <a:solidFill>
                        <a:srgbClr val="000000"/>
                      </a:solidFill>
                      <a:prstDash val="solid"/>
                    </a:lnL>
                    <a:lnR w="7200">
                      <a:solidFill>
                        <a:srgbClr val="000000"/>
                      </a:solidFill>
                      <a:prstDash val="solid"/>
                    </a:lnR>
                    <a:lnT w="7200">
                      <a:solidFill>
                        <a:srgbClr val="000000"/>
                      </a:solidFill>
                      <a:prstDash val="solid"/>
                    </a:lnT>
                    <a:lnB w="720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lIns="36000" rIns="36000" anchor="t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lang="en-US" sz="18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FreeSans"/>
                          <a:ea typeface="DejaVu Sans"/>
                        </a:rPr>
                        <a:t>booking time</a:t>
                      </a:r>
                      <a:endParaRPr lang="en-US" sz="18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FreeSerif"/>
                      </a:endParaRPr>
                    </a:p>
                  </a:txBody>
                  <a:tcPr anchor="t" marL="36000" marR="36000" marT="45720" marB="45720">
                    <a:lnL w="7200">
                      <a:solidFill>
                        <a:srgbClr val="000000"/>
                      </a:solidFill>
                      <a:prstDash val="solid"/>
                    </a:lnL>
                    <a:lnR w="7200">
                      <a:solidFill>
                        <a:srgbClr val="000000"/>
                      </a:solidFill>
                      <a:prstDash val="solid"/>
                    </a:lnR>
                    <a:lnT w="7200">
                      <a:solidFill>
                        <a:srgbClr val="000000"/>
                      </a:solidFill>
                      <a:prstDash val="solid"/>
                    </a:lnT>
                    <a:lnB w="720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</a:tr>
            </a:tbl>
          </a:graphicData>
        </a:graphic>
      </p:graphicFrame>
      <p:sp>
        <p:nvSpPr>
          <p:cNvPr id="3" name="PlaceHolder 2"/>
          <p:cNvSpPr>
            <a:spLocks noGrp="1"/>
          </p:cNvSpPr>
          <p:nvPr>
            <p:ph type="sldNum" idx="15"/>
          </p:nvPr>
        </p:nvSpPr>
        <p:spPr/>
        <p:txBody>
          <a:bodyPr/>
          <a:p>
            <a:fld id="{C40A38E1-8A9E-4619-B9B2-B63538A89647}" type="slidenum">
              <a:t>16</a:t>
            </a:fld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" name="PlaceHolder 1"/>
          <p:cNvSpPr>
            <a:spLocks noGrp="1"/>
          </p:cNvSpPr>
          <p:nvPr>
            <p:ph type="title"/>
          </p:nvPr>
        </p:nvSpPr>
        <p:spPr>
          <a:xfrm>
            <a:off x="720000" y="357840"/>
            <a:ext cx="8637120" cy="901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spAutoFit/>
          </a:bodyPr>
          <a:p>
            <a:pPr indent="0" algn="ctr" defTabSz="914400">
              <a:lnSpc>
                <a:spcPct val="100000"/>
              </a:lnSpc>
              <a:buNone/>
              <a:tabLst>
                <a:tab algn="l" pos="0"/>
              </a:tabLst>
            </a:pPr>
            <a:r>
              <a:rPr lang="en-US" sz="2400" b="1" u="none" strike="noStrike">
                <a:solidFill>
                  <a:srgbClr val="000000"/>
                </a:solidFill>
                <a:effectLst/>
                <a:uFillTx/>
                <a:latin typeface="FreeSans"/>
                <a:ea typeface="DejaVu Sans"/>
              </a:rPr>
              <a:t>reviews collection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FreeSerif"/>
            </a:endParaRPr>
          </a:p>
        </p:txBody>
      </p:sp>
      <p:graphicFrame>
        <p:nvGraphicFramePr>
          <p:cNvPr id="89" name="Table 82"/>
          <p:cNvGraphicFramePr/>
          <p:nvPr/>
        </p:nvGraphicFramePr>
        <p:xfrm>
          <a:off x="675720" y="1776600"/>
          <a:ext cx="8638920" cy="2562840"/>
        </p:xfrm>
        <a:graphic>
          <a:graphicData uri="http://schemas.openxmlformats.org/drawingml/2006/table">
            <a:tbl>
              <a:tblPr/>
              <a:tblGrid>
                <a:gridCol w="4319640"/>
                <a:gridCol w="4319640"/>
              </a:tblGrid>
              <a:tr h="0">
                <a:tc>
                  <a:txBody>
                    <a:bodyPr lIns="36000" rIns="36000" anchor="t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</a:pPr>
                      <a:r>
                        <a:rPr lang="en-US" sz="18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FreeSans"/>
                          <a:ea typeface="DejaVu Sans"/>
                        </a:rPr>
                        <a:t>reviewId : number</a:t>
                      </a:r>
                      <a:endParaRPr lang="en-US" sz="18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FreeSerif"/>
                      </a:endParaRPr>
                    </a:p>
                  </a:txBody>
                  <a:tcPr anchor="t" marL="36000" marR="36000" marT="45720" marB="45720">
                    <a:lnL w="7200">
                      <a:solidFill>
                        <a:srgbClr val="000000"/>
                      </a:solidFill>
                      <a:prstDash val="solid"/>
                    </a:lnL>
                    <a:lnR w="7200">
                      <a:solidFill>
                        <a:srgbClr val="000000"/>
                      </a:solidFill>
                      <a:prstDash val="solid"/>
                    </a:lnR>
                    <a:lnT w="7200">
                      <a:solidFill>
                        <a:srgbClr val="000000"/>
                      </a:solidFill>
                      <a:prstDash val="solid"/>
                    </a:lnT>
                    <a:lnB w="720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lIns="36000" rIns="36000" anchor="t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</a:pPr>
                      <a:r>
                        <a:rPr lang="en-US" sz="18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FreeSans"/>
                          <a:ea typeface="DejaVu Sans"/>
                        </a:rPr>
                        <a:t>id of review</a:t>
                      </a:r>
                      <a:endParaRPr lang="en-US" sz="18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FreeSerif"/>
                      </a:endParaRPr>
                    </a:p>
                  </a:txBody>
                  <a:tcPr anchor="t" marL="36000" marR="36000" marT="45720" marB="45720">
                    <a:lnL w="7200">
                      <a:solidFill>
                        <a:srgbClr val="000000"/>
                      </a:solidFill>
                      <a:prstDash val="solid"/>
                    </a:lnL>
                    <a:lnR w="7200">
                      <a:solidFill>
                        <a:srgbClr val="000000"/>
                      </a:solidFill>
                      <a:prstDash val="solid"/>
                    </a:lnR>
                    <a:lnT w="7200">
                      <a:solidFill>
                        <a:srgbClr val="000000"/>
                      </a:solidFill>
                      <a:prstDash val="solid"/>
                    </a:lnT>
                    <a:lnB w="720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</a:tr>
              <a:tr h="0">
                <a:tc>
                  <a:txBody>
                    <a:bodyPr lIns="36000" rIns="36000" anchor="t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lang="en-US" sz="18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FreeSans"/>
                          <a:ea typeface="DejaVu Sans"/>
                        </a:rPr>
                        <a:t>bookingId : number</a:t>
                      </a:r>
                      <a:endParaRPr lang="en-US" sz="18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FreeSerif"/>
                      </a:endParaRPr>
                    </a:p>
                  </a:txBody>
                  <a:tcPr anchor="t" marL="36000" marR="36000" marT="45720" marB="45720">
                    <a:lnL w="7200">
                      <a:solidFill>
                        <a:srgbClr val="000000"/>
                      </a:solidFill>
                      <a:prstDash val="solid"/>
                    </a:lnL>
                    <a:lnR w="7200">
                      <a:solidFill>
                        <a:srgbClr val="000000"/>
                      </a:solidFill>
                      <a:prstDash val="solid"/>
                    </a:lnR>
                    <a:lnT w="7200">
                      <a:solidFill>
                        <a:srgbClr val="000000"/>
                      </a:solidFill>
                      <a:prstDash val="solid"/>
                    </a:lnT>
                    <a:lnB w="720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lIns="36000" rIns="36000" anchor="t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lang="en-US" sz="18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FreeSans"/>
                          <a:ea typeface="DejaVu Sans"/>
                        </a:rPr>
                        <a:t>id of booking</a:t>
                      </a:r>
                      <a:endParaRPr lang="en-US" sz="18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FreeSerif"/>
                      </a:endParaRPr>
                    </a:p>
                  </a:txBody>
                  <a:tcPr anchor="t" marL="36000" marR="36000" marT="45720" marB="45720">
                    <a:lnL w="7200">
                      <a:solidFill>
                        <a:srgbClr val="000000"/>
                      </a:solidFill>
                      <a:prstDash val="solid"/>
                    </a:lnL>
                    <a:lnR w="7200">
                      <a:solidFill>
                        <a:srgbClr val="000000"/>
                      </a:solidFill>
                      <a:prstDash val="solid"/>
                    </a:lnR>
                    <a:lnT w="7200">
                      <a:solidFill>
                        <a:srgbClr val="000000"/>
                      </a:solidFill>
                      <a:prstDash val="solid"/>
                    </a:lnT>
                    <a:lnB w="720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</a:tr>
              <a:tr h="342000">
                <a:tc>
                  <a:txBody>
                    <a:bodyPr lIns="36000" rIns="36000" anchor="t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lang="en-US" sz="18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FreeSans"/>
                          <a:ea typeface="DejaVu Sans"/>
                        </a:rPr>
                        <a:t>carId : number</a:t>
                      </a:r>
                      <a:endParaRPr lang="en-US" sz="18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FreeSerif"/>
                      </a:endParaRPr>
                    </a:p>
                  </a:txBody>
                  <a:tcPr anchor="t" marL="36000" marR="36000" marT="45720" marB="45720">
                    <a:lnL w="7200">
                      <a:solidFill>
                        <a:srgbClr val="000000"/>
                      </a:solidFill>
                      <a:prstDash val="solid"/>
                    </a:lnL>
                    <a:lnR w="7200">
                      <a:solidFill>
                        <a:srgbClr val="000000"/>
                      </a:solidFill>
                      <a:prstDash val="solid"/>
                    </a:lnR>
                    <a:lnT w="7200">
                      <a:solidFill>
                        <a:srgbClr val="000000"/>
                      </a:solidFill>
                      <a:prstDash val="solid"/>
                    </a:lnT>
                    <a:lnB w="720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lIns="36000" rIns="36000" anchor="t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lang="en-US" sz="18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FreeSans"/>
                          <a:ea typeface="DejaVu Sans"/>
                        </a:rPr>
                        <a:t>car which was booked</a:t>
                      </a:r>
                      <a:endParaRPr lang="en-US" sz="18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FreeSerif"/>
                      </a:endParaRPr>
                    </a:p>
                  </a:txBody>
                  <a:tcPr anchor="t" marL="36000" marR="36000" marT="45720" marB="45720">
                    <a:lnL w="7200">
                      <a:solidFill>
                        <a:srgbClr val="000000"/>
                      </a:solidFill>
                      <a:prstDash val="solid"/>
                    </a:lnL>
                    <a:lnR w="7200">
                      <a:solidFill>
                        <a:srgbClr val="000000"/>
                      </a:solidFill>
                      <a:prstDash val="solid"/>
                    </a:lnR>
                    <a:lnT w="7200">
                      <a:solidFill>
                        <a:srgbClr val="000000"/>
                      </a:solidFill>
                      <a:prstDash val="solid"/>
                    </a:lnT>
                    <a:lnB w="720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</a:tr>
              <a:tr h="342000">
                <a:tc>
                  <a:txBody>
                    <a:bodyPr lIns="36000" rIns="36000" anchor="t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lang="en-US" sz="18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FreeSans"/>
                          <a:ea typeface="DejaVu Sans"/>
                        </a:rPr>
                        <a:t>userId : number</a:t>
                      </a:r>
                      <a:endParaRPr lang="en-US" sz="18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FreeSerif"/>
                      </a:endParaRPr>
                    </a:p>
                  </a:txBody>
                  <a:tcPr anchor="t" marL="36000" marR="36000" marT="45720" marB="45720">
                    <a:lnL w="7200">
                      <a:solidFill>
                        <a:srgbClr val="000000"/>
                      </a:solidFill>
                      <a:prstDash val="solid"/>
                    </a:lnL>
                    <a:lnR w="7200">
                      <a:solidFill>
                        <a:srgbClr val="000000"/>
                      </a:solidFill>
                      <a:prstDash val="solid"/>
                    </a:lnR>
                    <a:lnT w="7200">
                      <a:solidFill>
                        <a:srgbClr val="000000"/>
                      </a:solidFill>
                      <a:prstDash val="solid"/>
                    </a:lnT>
                    <a:lnB w="720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lIns="36000" rIns="36000" anchor="t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lang="en-US" sz="18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FreeSans"/>
                          <a:ea typeface="DejaVu Sans"/>
                        </a:rPr>
                        <a:t>user who booked the car</a:t>
                      </a:r>
                      <a:endParaRPr lang="en-US" sz="18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FreeSerif"/>
                      </a:endParaRPr>
                    </a:p>
                  </a:txBody>
                  <a:tcPr anchor="t" marL="36000" marR="36000" marT="45720" marB="45720">
                    <a:lnL w="7200">
                      <a:solidFill>
                        <a:srgbClr val="000000"/>
                      </a:solidFill>
                      <a:prstDash val="solid"/>
                    </a:lnL>
                    <a:lnR w="7200">
                      <a:solidFill>
                        <a:srgbClr val="000000"/>
                      </a:solidFill>
                      <a:prstDash val="solid"/>
                    </a:lnR>
                    <a:lnT w="7200">
                      <a:solidFill>
                        <a:srgbClr val="000000"/>
                      </a:solidFill>
                      <a:prstDash val="solid"/>
                    </a:lnT>
                    <a:lnB w="720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</a:tr>
              <a:tr h="342000">
                <a:tc>
                  <a:txBody>
                    <a:bodyPr lIns="36000" rIns="36000" anchor="t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lang="en-US" sz="18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FreeSans"/>
                          <a:ea typeface="DejaVu Sans"/>
                        </a:rPr>
                        <a:t>rating : number</a:t>
                      </a:r>
                      <a:endParaRPr lang="en-US" sz="18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FreeSerif"/>
                      </a:endParaRPr>
                    </a:p>
                  </a:txBody>
                  <a:tcPr anchor="t" marL="36000" marR="36000" marT="45720" marB="45720">
                    <a:lnL w="7200">
                      <a:solidFill>
                        <a:srgbClr val="000000"/>
                      </a:solidFill>
                      <a:prstDash val="solid"/>
                    </a:lnL>
                    <a:lnR w="7200">
                      <a:solidFill>
                        <a:srgbClr val="000000"/>
                      </a:solidFill>
                      <a:prstDash val="solid"/>
                    </a:lnR>
                    <a:lnT w="7200">
                      <a:solidFill>
                        <a:srgbClr val="000000"/>
                      </a:solidFill>
                      <a:prstDash val="solid"/>
                    </a:lnT>
                    <a:lnB w="720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lIns="36000" rIns="36000" anchor="t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lang="en-US" sz="18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FreeSans"/>
                          <a:ea typeface="DejaVu Sans"/>
                        </a:rPr>
                        <a:t>rating</a:t>
                      </a:r>
                      <a:endParaRPr lang="en-US" sz="18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FreeSerif"/>
                      </a:endParaRPr>
                    </a:p>
                  </a:txBody>
                  <a:tcPr anchor="t" marL="36000" marR="36000" marT="45720" marB="45720">
                    <a:lnL w="7200">
                      <a:solidFill>
                        <a:srgbClr val="000000"/>
                      </a:solidFill>
                      <a:prstDash val="solid"/>
                    </a:lnL>
                    <a:lnR w="7200">
                      <a:solidFill>
                        <a:srgbClr val="000000"/>
                      </a:solidFill>
                      <a:prstDash val="solid"/>
                    </a:lnR>
                    <a:lnT w="7200">
                      <a:solidFill>
                        <a:srgbClr val="000000"/>
                      </a:solidFill>
                      <a:prstDash val="solid"/>
                    </a:lnT>
                    <a:lnB w="720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</a:tr>
              <a:tr h="342000">
                <a:tc>
                  <a:txBody>
                    <a:bodyPr lIns="36000" rIns="36000" anchor="t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lang="en-US" sz="18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FreeSans"/>
                          <a:ea typeface="DejaVu Sans"/>
                        </a:rPr>
                        <a:t>comment : string</a:t>
                      </a:r>
                      <a:endParaRPr lang="en-US" sz="18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FreeSerif"/>
                      </a:endParaRPr>
                    </a:p>
                  </a:txBody>
                  <a:tcPr anchor="t" marL="36000" marR="36000" marT="45720" marB="45720">
                    <a:lnL w="7200">
                      <a:solidFill>
                        <a:srgbClr val="000000"/>
                      </a:solidFill>
                      <a:prstDash val="solid"/>
                    </a:lnL>
                    <a:lnR w="7200">
                      <a:solidFill>
                        <a:srgbClr val="000000"/>
                      </a:solidFill>
                      <a:prstDash val="solid"/>
                    </a:lnR>
                    <a:lnT w="7200">
                      <a:solidFill>
                        <a:srgbClr val="000000"/>
                      </a:solidFill>
                      <a:prstDash val="solid"/>
                    </a:lnT>
                    <a:lnB w="720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lIns="36000" rIns="36000" anchor="t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lang="en-US" sz="18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FreeSans"/>
                          <a:ea typeface="DejaVu Sans"/>
                        </a:rPr>
                        <a:t>text describing the review</a:t>
                      </a:r>
                      <a:endParaRPr lang="en-US" sz="18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FreeSerif"/>
                      </a:endParaRPr>
                    </a:p>
                  </a:txBody>
                  <a:tcPr anchor="t" marL="36000" marR="36000" marT="45720" marB="45720">
                    <a:lnL w="7200">
                      <a:solidFill>
                        <a:srgbClr val="000000"/>
                      </a:solidFill>
                      <a:prstDash val="solid"/>
                    </a:lnL>
                    <a:lnR w="7200">
                      <a:solidFill>
                        <a:srgbClr val="000000"/>
                      </a:solidFill>
                      <a:prstDash val="solid"/>
                    </a:lnR>
                    <a:lnT w="7200">
                      <a:solidFill>
                        <a:srgbClr val="000000"/>
                      </a:solidFill>
                      <a:prstDash val="solid"/>
                    </a:lnT>
                    <a:lnB w="720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</a:tr>
              <a:tr h="342000">
                <a:tc>
                  <a:txBody>
                    <a:bodyPr lIns="36000" rIns="36000" anchor="t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lang="en-US" sz="18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FreeSans"/>
                          <a:ea typeface="DejaVu Sans"/>
                        </a:rPr>
                        <a:t>createdAt : timestamp</a:t>
                      </a:r>
                      <a:endParaRPr lang="en-US" sz="18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FreeSerif"/>
                      </a:endParaRPr>
                    </a:p>
                  </a:txBody>
                  <a:tcPr anchor="t" marL="36000" marR="36000" marT="45720" marB="45720">
                    <a:lnL w="7200">
                      <a:solidFill>
                        <a:srgbClr val="000000"/>
                      </a:solidFill>
                      <a:prstDash val="solid"/>
                    </a:lnL>
                    <a:lnR w="7200">
                      <a:solidFill>
                        <a:srgbClr val="000000"/>
                      </a:solidFill>
                      <a:prstDash val="solid"/>
                    </a:lnR>
                    <a:lnT w="7200">
                      <a:solidFill>
                        <a:srgbClr val="000000"/>
                      </a:solidFill>
                      <a:prstDash val="solid"/>
                    </a:lnT>
                    <a:lnB w="720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lIns="36000" rIns="36000" anchor="t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lang="en-US" sz="18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FreeSans"/>
                          <a:ea typeface="DejaVu Sans"/>
                        </a:rPr>
                        <a:t>time of review</a:t>
                      </a:r>
                      <a:endParaRPr lang="en-US" sz="18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FreeSerif"/>
                      </a:endParaRPr>
                    </a:p>
                  </a:txBody>
                  <a:tcPr anchor="t" marL="36000" marR="36000" marT="45720" marB="45720">
                    <a:lnL w="7200">
                      <a:solidFill>
                        <a:srgbClr val="000000"/>
                      </a:solidFill>
                      <a:prstDash val="solid"/>
                    </a:lnL>
                    <a:lnR w="7200">
                      <a:solidFill>
                        <a:srgbClr val="000000"/>
                      </a:solidFill>
                      <a:prstDash val="solid"/>
                    </a:lnR>
                    <a:lnT w="7200">
                      <a:solidFill>
                        <a:srgbClr val="000000"/>
                      </a:solidFill>
                      <a:prstDash val="solid"/>
                    </a:lnT>
                    <a:lnB w="720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</a:tr>
            </a:tbl>
          </a:graphicData>
        </a:graphic>
      </p:graphicFrame>
      <p:sp>
        <p:nvSpPr>
          <p:cNvPr id="3" name="PlaceHolder 2"/>
          <p:cNvSpPr>
            <a:spLocks noGrp="1"/>
          </p:cNvSpPr>
          <p:nvPr>
            <p:ph type="sldNum" idx="15"/>
          </p:nvPr>
        </p:nvSpPr>
        <p:spPr/>
        <p:txBody>
          <a:bodyPr/>
          <a:p>
            <a:fld id="{DD80E58C-9603-48B6-B9BE-3FEA44BAE2C9}" type="slidenum">
              <a:t>17</a:t>
            </a:fld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theme/theme1.xml><?xml version="1.0" encoding="utf-8"?>
<a:theme xmlns:a="http://schemas.openxmlformats.org/drawingml/2006/main" xmlns:r="http://schemas.openxmlformats.org/officeDocument/2006/relationships" name="Office">
  <a:themeElements>
    <a:clrScheme name="LibreOffice">
      <a:dk1>
        <a:srgbClr val="000000"/>
      </a:dk1>
      <a:lt1>
        <a:srgbClr val="ffffff"/>
      </a:lt1>
      <a:dk2>
        <a:srgbClr val="000000"/>
      </a:dk2>
      <a:lt2>
        <a:srgbClr val="ffffff"/>
      </a:lt2>
      <a:accent1>
        <a:srgbClr val="18a303"/>
      </a:accent1>
      <a:accent2>
        <a:srgbClr val="0369a3"/>
      </a:accent2>
      <a:accent3>
        <a:srgbClr val="a33e03"/>
      </a:accent3>
      <a:accent4>
        <a:srgbClr val="8e03a3"/>
      </a:accent4>
      <a:accent5>
        <a:srgbClr val="c99c00"/>
      </a:accent5>
      <a:accent6>
        <a:srgbClr val="c9211e"/>
      </a:accent6>
      <a:hlink>
        <a:srgbClr val="0000ee"/>
      </a:hlink>
      <a:folHlink>
        <a:srgbClr val="551a8b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150</TotalTime>
  <Application>LibreOffice/25.8.5.2$Linux_X86_64 LibreOffice_project/580$Build-2</Application>
  <AppVersion>15.0000</AppVersion>
  <Words>604</Words>
  <Paragraphs>164</Paragraphs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2026-01-28T10:19:45Z</dcterms:created>
  <dc:creator>ikrama kathiyara</dc:creator>
  <dc:description>This work is licensed under a Creative Commons-0 licence.
It makes use of the works of Zirk.</dc:description>
  <dc:language>en-US</dc:language>
  <cp:lastModifiedBy/>
  <dcterms:modified xsi:type="dcterms:W3CDTF">2026-02-26T11:36:28Z</dcterms:modified>
  <cp:revision>42</cp:revision>
  <dc:subject/>
  <dc:title>Focus</dc:title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PresentationFormat">
    <vt:lpwstr>Custom</vt:lpwstr>
  </property>
  <property fmtid="{D5CDD505-2E9C-101B-9397-08002B2CF9AE}" pid="3" name="Slides">
    <vt:i4>17</vt:i4>
  </property>
</Properties>
</file>